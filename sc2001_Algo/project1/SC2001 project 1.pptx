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5_C9B1B85E.xml" ContentType="application/vnd.ms-powerpoint.comment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comments/modernComment_101_989B9751.xml" ContentType="application/vnd.ms-powerpoint.comment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9.xml" ContentType="application/vnd.openxmlformats-officedocument.presentationml.tags+xml"/>
  <Override PartName="/ppt/comments/modernComment_104_B08508D4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0" r:id="rId1"/>
  </p:sldMasterIdLst>
  <p:notesMasterIdLst>
    <p:notesMasterId r:id="rId23"/>
  </p:notesMasterIdLst>
  <p:sldIdLst>
    <p:sldId id="256" r:id="rId2"/>
    <p:sldId id="263" r:id="rId3"/>
    <p:sldId id="265" r:id="rId4"/>
    <p:sldId id="264" r:id="rId5"/>
    <p:sldId id="266" r:id="rId6"/>
    <p:sldId id="267" r:id="rId7"/>
    <p:sldId id="262" r:id="rId8"/>
    <p:sldId id="268" r:id="rId9"/>
    <p:sldId id="261" r:id="rId10"/>
    <p:sldId id="269" r:id="rId11"/>
    <p:sldId id="271" r:id="rId12"/>
    <p:sldId id="275" r:id="rId13"/>
    <p:sldId id="270" r:id="rId14"/>
    <p:sldId id="276" r:id="rId15"/>
    <p:sldId id="272" r:id="rId16"/>
    <p:sldId id="273" r:id="rId17"/>
    <p:sldId id="257" r:id="rId18"/>
    <p:sldId id="274" r:id="rId19"/>
    <p:sldId id="259" r:id="rId20"/>
    <p:sldId id="260" r:id="rId21"/>
    <p:sldId id="277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AAF391-2232-0E10-836C-9D5A2FEE859A}" name="#LEE TENG YEE SHERILYN#" initials="#TYS" userId="S::TLEE035@e.ntu.edu.sg::5a0158fb-f5b8-4eaf-b87c-6f300aa74b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BA6F3C-94EB-433B-B721-D07D40EC49D2}" v="1" dt="2025-10-09T07:35:14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D_31B7DF7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3_3F42EDD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E_7998258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E_7998258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4_E0D1016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4_E0D101652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1_989B9751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2_BEEE677E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hybrid_comparisons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1000</c:v>
                </c:pt>
                <c:pt idx="1">
                  <c:v>101000</c:v>
                </c:pt>
                <c:pt idx="2">
                  <c:v>201000</c:v>
                </c:pt>
                <c:pt idx="3">
                  <c:v>301000</c:v>
                </c:pt>
                <c:pt idx="4">
                  <c:v>401000</c:v>
                </c:pt>
                <c:pt idx="5">
                  <c:v>501000</c:v>
                </c:pt>
                <c:pt idx="6">
                  <c:v>601000</c:v>
                </c:pt>
                <c:pt idx="7">
                  <c:v>701000</c:v>
                </c:pt>
                <c:pt idx="8">
                  <c:v>801000</c:v>
                </c:pt>
                <c:pt idx="9">
                  <c:v>901000</c:v>
                </c:pt>
                <c:pt idx="10">
                  <c:v>1001000</c:v>
                </c:pt>
                <c:pt idx="11">
                  <c:v>1101000</c:v>
                </c:pt>
                <c:pt idx="12">
                  <c:v>1201000</c:v>
                </c:pt>
                <c:pt idx="13">
                  <c:v>1301000</c:v>
                </c:pt>
                <c:pt idx="14">
                  <c:v>1401000</c:v>
                </c:pt>
                <c:pt idx="15">
                  <c:v>1501000</c:v>
                </c:pt>
                <c:pt idx="16">
                  <c:v>1601000</c:v>
                </c:pt>
                <c:pt idx="17">
                  <c:v>1701000</c:v>
                </c:pt>
                <c:pt idx="18">
                  <c:v>1801000</c:v>
                </c:pt>
                <c:pt idx="19">
                  <c:v>1901000</c:v>
                </c:pt>
                <c:pt idx="20">
                  <c:v>2001000</c:v>
                </c:pt>
                <c:pt idx="21">
                  <c:v>2101000</c:v>
                </c:pt>
                <c:pt idx="22">
                  <c:v>2201000</c:v>
                </c:pt>
                <c:pt idx="23">
                  <c:v>2301000</c:v>
                </c:pt>
                <c:pt idx="24">
                  <c:v>2401000</c:v>
                </c:pt>
                <c:pt idx="25">
                  <c:v>2501000</c:v>
                </c:pt>
                <c:pt idx="26">
                  <c:v>2601000</c:v>
                </c:pt>
                <c:pt idx="27">
                  <c:v>2701000</c:v>
                </c:pt>
                <c:pt idx="28">
                  <c:v>2801000</c:v>
                </c:pt>
                <c:pt idx="29">
                  <c:v>2901000</c:v>
                </c:pt>
                <c:pt idx="30">
                  <c:v>3001000</c:v>
                </c:pt>
                <c:pt idx="31">
                  <c:v>3101000</c:v>
                </c:pt>
                <c:pt idx="32">
                  <c:v>3201000</c:v>
                </c:pt>
                <c:pt idx="33">
                  <c:v>3301000</c:v>
                </c:pt>
                <c:pt idx="34">
                  <c:v>3401000</c:v>
                </c:pt>
                <c:pt idx="35">
                  <c:v>3501000</c:v>
                </c:pt>
                <c:pt idx="36">
                  <c:v>3601000</c:v>
                </c:pt>
                <c:pt idx="37">
                  <c:v>3701000</c:v>
                </c:pt>
                <c:pt idx="38">
                  <c:v>3801000</c:v>
                </c:pt>
                <c:pt idx="39">
                  <c:v>3901000</c:v>
                </c:pt>
                <c:pt idx="40">
                  <c:v>4001000</c:v>
                </c:pt>
                <c:pt idx="41">
                  <c:v>4101000</c:v>
                </c:pt>
                <c:pt idx="42">
                  <c:v>4201000</c:v>
                </c:pt>
                <c:pt idx="43">
                  <c:v>4301000</c:v>
                </c:pt>
                <c:pt idx="44">
                  <c:v>4401000</c:v>
                </c:pt>
                <c:pt idx="45">
                  <c:v>4501000</c:v>
                </c:pt>
                <c:pt idx="46">
                  <c:v>4601000</c:v>
                </c:pt>
                <c:pt idx="47">
                  <c:v>4701000</c:v>
                </c:pt>
                <c:pt idx="48">
                  <c:v>4801000</c:v>
                </c:pt>
                <c:pt idx="49">
                  <c:v>4901000</c:v>
                </c:pt>
                <c:pt idx="50">
                  <c:v>5001000</c:v>
                </c:pt>
                <c:pt idx="51">
                  <c:v>5101000</c:v>
                </c:pt>
                <c:pt idx="52">
                  <c:v>5201000</c:v>
                </c:pt>
                <c:pt idx="53">
                  <c:v>5301000</c:v>
                </c:pt>
                <c:pt idx="54">
                  <c:v>5401000</c:v>
                </c:pt>
                <c:pt idx="55">
                  <c:v>5501000</c:v>
                </c:pt>
                <c:pt idx="56">
                  <c:v>5601000</c:v>
                </c:pt>
                <c:pt idx="57">
                  <c:v>5701000</c:v>
                </c:pt>
                <c:pt idx="58">
                  <c:v>5801000</c:v>
                </c:pt>
                <c:pt idx="59">
                  <c:v>5901000</c:v>
                </c:pt>
                <c:pt idx="60">
                  <c:v>6001000</c:v>
                </c:pt>
                <c:pt idx="61">
                  <c:v>6101000</c:v>
                </c:pt>
                <c:pt idx="62">
                  <c:v>6201000</c:v>
                </c:pt>
                <c:pt idx="63">
                  <c:v>6301000</c:v>
                </c:pt>
                <c:pt idx="64">
                  <c:v>6401000</c:v>
                </c:pt>
                <c:pt idx="65">
                  <c:v>6501000</c:v>
                </c:pt>
                <c:pt idx="66">
                  <c:v>6601000</c:v>
                </c:pt>
                <c:pt idx="67">
                  <c:v>6701000</c:v>
                </c:pt>
                <c:pt idx="68">
                  <c:v>6801000</c:v>
                </c:pt>
                <c:pt idx="69">
                  <c:v>6901000</c:v>
                </c:pt>
                <c:pt idx="70">
                  <c:v>7001000</c:v>
                </c:pt>
                <c:pt idx="71">
                  <c:v>7101000</c:v>
                </c:pt>
                <c:pt idx="72">
                  <c:v>7201000</c:v>
                </c:pt>
                <c:pt idx="73">
                  <c:v>7301000</c:v>
                </c:pt>
                <c:pt idx="74">
                  <c:v>7401000</c:v>
                </c:pt>
                <c:pt idx="75">
                  <c:v>7501000</c:v>
                </c:pt>
                <c:pt idx="76">
                  <c:v>7601000</c:v>
                </c:pt>
                <c:pt idx="77">
                  <c:v>7701000</c:v>
                </c:pt>
                <c:pt idx="78">
                  <c:v>7801000</c:v>
                </c:pt>
                <c:pt idx="79">
                  <c:v>7901000</c:v>
                </c:pt>
                <c:pt idx="80">
                  <c:v>8001000</c:v>
                </c:pt>
                <c:pt idx="81">
                  <c:v>8101000</c:v>
                </c:pt>
                <c:pt idx="82">
                  <c:v>8201000</c:v>
                </c:pt>
                <c:pt idx="83">
                  <c:v>8301000</c:v>
                </c:pt>
                <c:pt idx="84">
                  <c:v>8401000</c:v>
                </c:pt>
                <c:pt idx="85">
                  <c:v>8501000</c:v>
                </c:pt>
                <c:pt idx="86">
                  <c:v>8601000</c:v>
                </c:pt>
                <c:pt idx="87">
                  <c:v>8701000</c:v>
                </c:pt>
                <c:pt idx="88">
                  <c:v>8801000</c:v>
                </c:pt>
                <c:pt idx="89">
                  <c:v>8901000</c:v>
                </c:pt>
                <c:pt idx="90">
                  <c:v>9001000</c:v>
                </c:pt>
                <c:pt idx="91">
                  <c:v>9101000</c:v>
                </c:pt>
                <c:pt idx="92">
                  <c:v>9201000</c:v>
                </c:pt>
                <c:pt idx="93">
                  <c:v>9301000</c:v>
                </c:pt>
                <c:pt idx="94">
                  <c:v>9401000</c:v>
                </c:pt>
                <c:pt idx="95">
                  <c:v>9501000</c:v>
                </c:pt>
                <c:pt idx="96">
                  <c:v>9601000</c:v>
                </c:pt>
                <c:pt idx="97">
                  <c:v>9701000</c:v>
                </c:pt>
                <c:pt idx="98">
                  <c:v>9801000</c:v>
                </c:pt>
                <c:pt idx="99">
                  <c:v>9901000</c:v>
                </c:pt>
              </c:numCache>
            </c:num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13457</c:v>
                </c:pt>
                <c:pt idx="1">
                  <c:v>1886563</c:v>
                </c:pt>
                <c:pt idx="2">
                  <c:v>3950261</c:v>
                </c:pt>
                <c:pt idx="3">
                  <c:v>5729342</c:v>
                </c:pt>
                <c:pt idx="4">
                  <c:v>8273738</c:v>
                </c:pt>
                <c:pt idx="5">
                  <c:v>11124843</c:v>
                </c:pt>
                <c:pt idx="6">
                  <c:v>12043026</c:v>
                </c:pt>
                <c:pt idx="7">
                  <c:v>14606923</c:v>
                </c:pt>
                <c:pt idx="8">
                  <c:v>17326381</c:v>
                </c:pt>
                <c:pt idx="9">
                  <c:v>20193800</c:v>
                </c:pt>
                <c:pt idx="10">
                  <c:v>23217117</c:v>
                </c:pt>
                <c:pt idx="11">
                  <c:v>22715157</c:v>
                </c:pt>
                <c:pt idx="12">
                  <c:v>25265974</c:v>
                </c:pt>
                <c:pt idx="13">
                  <c:v>27883892</c:v>
                </c:pt>
                <c:pt idx="14">
                  <c:v>30587736</c:v>
                </c:pt>
                <c:pt idx="15">
                  <c:v>33373887</c:v>
                </c:pt>
                <c:pt idx="16">
                  <c:v>36222754</c:v>
                </c:pt>
                <c:pt idx="17">
                  <c:v>39150527</c:v>
                </c:pt>
                <c:pt idx="18">
                  <c:v>42160717</c:v>
                </c:pt>
                <c:pt idx="19">
                  <c:v>45239140</c:v>
                </c:pt>
                <c:pt idx="20">
                  <c:v>48389327</c:v>
                </c:pt>
                <c:pt idx="21">
                  <c:v>51222188</c:v>
                </c:pt>
                <c:pt idx="22">
                  <c:v>47616722</c:v>
                </c:pt>
                <c:pt idx="23">
                  <c:v>50241775</c:v>
                </c:pt>
                <c:pt idx="24">
                  <c:v>52908403</c:v>
                </c:pt>
                <c:pt idx="25">
                  <c:v>55604525</c:v>
                </c:pt>
                <c:pt idx="26">
                  <c:v>58342378</c:v>
                </c:pt>
                <c:pt idx="27">
                  <c:v>61125141</c:v>
                </c:pt>
                <c:pt idx="28">
                  <c:v>63947225</c:v>
                </c:pt>
                <c:pt idx="29">
                  <c:v>66809951</c:v>
                </c:pt>
                <c:pt idx="30">
                  <c:v>69698917</c:v>
                </c:pt>
                <c:pt idx="31">
                  <c:v>72636463</c:v>
                </c:pt>
                <c:pt idx="32">
                  <c:v>75623802</c:v>
                </c:pt>
                <c:pt idx="33">
                  <c:v>78614694</c:v>
                </c:pt>
                <c:pt idx="34">
                  <c:v>81673041</c:v>
                </c:pt>
                <c:pt idx="35">
                  <c:v>84750062</c:v>
                </c:pt>
                <c:pt idx="36">
                  <c:v>87883881</c:v>
                </c:pt>
                <c:pt idx="37">
                  <c:v>91052370</c:v>
                </c:pt>
                <c:pt idx="38">
                  <c:v>94247426</c:v>
                </c:pt>
                <c:pt idx="39">
                  <c:v>97495862</c:v>
                </c:pt>
                <c:pt idx="40">
                  <c:v>100768569</c:v>
                </c:pt>
                <c:pt idx="41">
                  <c:v>104079399</c:v>
                </c:pt>
                <c:pt idx="42">
                  <c:v>106717897</c:v>
                </c:pt>
                <c:pt idx="43">
                  <c:v>99350761</c:v>
                </c:pt>
                <c:pt idx="44">
                  <c:v>99591885</c:v>
                </c:pt>
                <c:pt idx="45">
                  <c:v>102303722</c:v>
                </c:pt>
                <c:pt idx="46">
                  <c:v>105061447</c:v>
                </c:pt>
                <c:pt idx="47">
                  <c:v>107786388</c:v>
                </c:pt>
                <c:pt idx="48">
                  <c:v>110594363</c:v>
                </c:pt>
                <c:pt idx="49">
                  <c:v>113379908</c:v>
                </c:pt>
                <c:pt idx="50">
                  <c:v>116187088</c:v>
                </c:pt>
                <c:pt idx="51">
                  <c:v>119035034</c:v>
                </c:pt>
                <c:pt idx="52">
                  <c:v>121883240</c:v>
                </c:pt>
                <c:pt idx="53">
                  <c:v>124736005</c:v>
                </c:pt>
                <c:pt idx="54">
                  <c:v>127645773</c:v>
                </c:pt>
                <c:pt idx="55">
                  <c:v>130539011</c:v>
                </c:pt>
                <c:pt idx="56">
                  <c:v>133492677</c:v>
                </c:pt>
                <c:pt idx="57">
                  <c:v>136437504</c:v>
                </c:pt>
                <c:pt idx="58">
                  <c:v>139376214</c:v>
                </c:pt>
                <c:pt idx="59">
                  <c:v>142379095</c:v>
                </c:pt>
                <c:pt idx="60">
                  <c:v>145380615</c:v>
                </c:pt>
                <c:pt idx="61">
                  <c:v>148419404</c:v>
                </c:pt>
                <c:pt idx="62">
                  <c:v>151461847</c:v>
                </c:pt>
                <c:pt idx="63">
                  <c:v>154512227</c:v>
                </c:pt>
                <c:pt idx="64">
                  <c:v>157604577</c:v>
                </c:pt>
                <c:pt idx="65">
                  <c:v>160688982</c:v>
                </c:pt>
                <c:pt idx="66">
                  <c:v>163823731</c:v>
                </c:pt>
                <c:pt idx="67">
                  <c:v>166936285</c:v>
                </c:pt>
                <c:pt idx="68">
                  <c:v>170110875</c:v>
                </c:pt>
                <c:pt idx="69">
                  <c:v>173325128</c:v>
                </c:pt>
                <c:pt idx="70">
                  <c:v>176498467</c:v>
                </c:pt>
                <c:pt idx="71">
                  <c:v>179710831</c:v>
                </c:pt>
                <c:pt idx="72">
                  <c:v>182934706</c:v>
                </c:pt>
                <c:pt idx="73">
                  <c:v>186180377</c:v>
                </c:pt>
                <c:pt idx="74">
                  <c:v>189483476</c:v>
                </c:pt>
                <c:pt idx="75">
                  <c:v>192781681</c:v>
                </c:pt>
                <c:pt idx="76">
                  <c:v>196102723</c:v>
                </c:pt>
                <c:pt idx="77">
                  <c:v>199415286</c:v>
                </c:pt>
                <c:pt idx="78">
                  <c:v>202755935</c:v>
                </c:pt>
                <c:pt idx="79">
                  <c:v>206143096</c:v>
                </c:pt>
                <c:pt idx="80">
                  <c:v>209500400</c:v>
                </c:pt>
                <c:pt idx="81">
                  <c:v>212917778</c:v>
                </c:pt>
                <c:pt idx="82">
                  <c:v>216355248</c:v>
                </c:pt>
                <c:pt idx="83">
                  <c:v>219788044</c:v>
                </c:pt>
                <c:pt idx="84">
                  <c:v>221904411</c:v>
                </c:pt>
                <c:pt idx="85">
                  <c:v>214637779</c:v>
                </c:pt>
                <c:pt idx="86">
                  <c:v>207392261</c:v>
                </c:pt>
                <c:pt idx="87">
                  <c:v>205166258</c:v>
                </c:pt>
                <c:pt idx="88">
                  <c:v>207961988</c:v>
                </c:pt>
                <c:pt idx="89">
                  <c:v>210770144</c:v>
                </c:pt>
                <c:pt idx="90">
                  <c:v>213614204</c:v>
                </c:pt>
                <c:pt idx="91">
                  <c:v>216433959</c:v>
                </c:pt>
                <c:pt idx="92">
                  <c:v>219291185</c:v>
                </c:pt>
                <c:pt idx="93">
                  <c:v>222121604</c:v>
                </c:pt>
                <c:pt idx="94">
                  <c:v>224981898</c:v>
                </c:pt>
                <c:pt idx="95">
                  <c:v>227848921</c:v>
                </c:pt>
                <c:pt idx="96">
                  <c:v>230756344</c:v>
                </c:pt>
                <c:pt idx="97">
                  <c:v>233648002</c:v>
                </c:pt>
                <c:pt idx="98">
                  <c:v>236546204</c:v>
                </c:pt>
                <c:pt idx="99">
                  <c:v>239421185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29-B142-8667-27623ADB6C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2379391"/>
        <c:axId val="374322304"/>
      </c:lineChart>
      <c:catAx>
        <c:axId val="192379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endParaRPr lang="en-US"/>
          </a:p>
        </c:txPr>
        <c:crossAx val="374322304"/>
        <c:crosses val="autoZero"/>
        <c:auto val="1"/>
        <c:lblAlgn val="ctr"/>
        <c:lblOffset val="100"/>
        <c:noMultiLvlLbl val="0"/>
      </c:catAx>
      <c:valAx>
        <c:axId val="374322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endParaRPr lang="en-US"/>
          </a:p>
        </c:txPr>
        <c:crossAx val="192379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'[Chart in Microsoft PowerPoint]Sheet1'!$C$1</c:f>
              <c:strCache>
                <c:ptCount val="1"/>
                <c:pt idx="0">
                  <c:v>nlogn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'[Chart in Microsoft PowerPoint]Sheet1'!$C$2:$C$101</c:f>
              <c:numCache>
                <c:formatCode>General</c:formatCode>
                <c:ptCount val="100"/>
                <c:pt idx="0">
                  <c:v>9965.7842846620879</c:v>
                </c:pt>
                <c:pt idx="1">
                  <c:v>1679023.5725088024</c:v>
                </c:pt>
                <c:pt idx="2">
                  <c:v>3540984.0311440444</c:v>
                </c:pt>
                <c:pt idx="3">
                  <c:v>5478020.5923879594</c:v>
                </c:pt>
                <c:pt idx="4">
                  <c:v>7463910.3271579193</c:v>
                </c:pt>
                <c:pt idx="5">
                  <c:v>9486159.9900065064</c:v>
                </c:pt>
                <c:pt idx="6">
                  <c:v>11537400.284689337</c:v>
                </c:pt>
                <c:pt idx="7">
                  <c:v>13612757.497989571</c:v>
                </c:pt>
                <c:pt idx="8">
                  <c:v>15708765.616373708</c:v>
                </c:pt>
                <c:pt idx="9">
                  <c:v>17822831.990008537</c:v>
                </c:pt>
                <c:pt idx="10">
                  <c:v>19952943.554041579</c:v>
                </c:pt>
                <c:pt idx="11">
                  <c:v>22097491.72508733</c:v>
                </c:pt>
                <c:pt idx="12">
                  <c:v>24255161.469161633</c:v>
                </c:pt>
                <c:pt idx="13">
                  <c:v>26424857.580325231</c:v>
                </c:pt>
                <c:pt idx="14">
                  <c:v>28605653.760655157</c:v>
                </c:pt>
                <c:pt idx="15">
                  <c:v>30796756.31197045</c:v>
                </c:pt>
                <c:pt idx="16">
                  <c:v>32997477.545362532</c:v>
                </c:pt>
                <c:pt idx="17">
                  <c:v>35207215.859263629</c:v>
                </c:pt>
                <c:pt idx="18">
                  <c:v>37425440.517773621</c:v>
                </c:pt>
                <c:pt idx="19">
                  <c:v>39651679.819591522</c:v>
                </c:pt>
                <c:pt idx="20">
                  <c:v>41885511.762872227</c:v>
                </c:pt>
                <c:pt idx="21">
                  <c:v>44126556.580535121</c:v>
                </c:pt>
                <c:pt idx="22">
                  <c:v>46374470.699732572</c:v>
                </c:pt>
                <c:pt idx="23">
                  <c:v>48628941.801191092</c:v>
                </c:pt>
                <c:pt idx="24">
                  <c:v>50889684.7389149</c:v>
                </c:pt>
                <c:pt idx="25">
                  <c:v>53156438.140734494</c:v>
                </c:pt>
                <c:pt idx="26">
                  <c:v>55428961.553341813</c:v>
                </c:pt>
                <c:pt idx="27">
                  <c:v>57707033.026971027</c:v>
                </c:pt>
                <c:pt idx="28">
                  <c:v>59990447.058215201</c:v>
                </c:pt>
                <c:pt idx="29">
                  <c:v>62279012.826959118</c:v>
                </c:pt>
                <c:pt idx="30">
                  <c:v>64572552.676669382</c:v>
                </c:pt>
                <c:pt idx="31">
                  <c:v>66870900.797446869</c:v>
                </c:pt>
                <c:pt idx="32">
                  <c:v>69173902.079110742</c:v>
                </c:pt>
                <c:pt idx="33">
                  <c:v>71481411.10772714</c:v>
                </c:pt>
                <c:pt idx="34">
                  <c:v>73793291.283833131</c:v>
                </c:pt>
                <c:pt idx="35">
                  <c:v>76109414.044448167</c:v>
                </c:pt>
                <c:pt idx="36">
                  <c:v>78429658.174037382</c:v>
                </c:pt>
                <c:pt idx="37">
                  <c:v>80753909.192065507</c:v>
                </c:pt>
                <c:pt idx="38">
                  <c:v>83082058.806785926</c:v>
                </c:pt>
                <c:pt idx="39">
                  <c:v>85414004.426545635</c:v>
                </c:pt>
                <c:pt idx="40">
                  <c:v>87749648.721228763</c:v>
                </c:pt>
                <c:pt idx="41">
                  <c:v>90088899.227569133</c:v>
                </c:pt>
                <c:pt idx="42">
                  <c:v>92431667.992979303</c:v>
                </c:pt>
                <c:pt idx="43">
                  <c:v>94777871.253309593</c:v>
                </c:pt>
                <c:pt idx="44">
                  <c:v>97127429.14059025</c:v>
                </c:pt>
                <c:pt idx="45">
                  <c:v>99480265.41734843</c:v>
                </c:pt>
                <c:pt idx="46">
                  <c:v>101836307.23454629</c:v>
                </c:pt>
                <c:pt idx="47">
                  <c:v>104195484.91057223</c:v>
                </c:pt>
                <c:pt idx="48">
                  <c:v>106557731.72904459</c:v>
                </c:pt>
                <c:pt idx="49">
                  <c:v>108922983.7534681</c:v>
                </c:pt>
                <c:pt idx="50">
                  <c:v>111291179.65702267</c:v>
                </c:pt>
                <c:pt idx="51">
                  <c:v>113662260.56597112</c:v>
                </c:pt>
                <c:pt idx="52">
                  <c:v>116036169.91535036</c:v>
                </c:pt>
                <c:pt idx="53">
                  <c:v>118412853.3157647</c:v>
                </c:pt>
                <c:pt idx="54">
                  <c:v>120792258.43023364</c:v>
                </c:pt>
                <c:pt idx="55">
                  <c:v>123174334.86016311</c:v>
                </c:pt>
                <c:pt idx="56">
                  <c:v>125559034.03961052</c:v>
                </c:pt>
                <c:pt idx="57">
                  <c:v>127946309.13710316</c:v>
                </c:pt>
                <c:pt idx="58">
                  <c:v>130336114.964347</c:v>
                </c:pt>
                <c:pt idx="59">
                  <c:v>132728407.89123215</c:v>
                </c:pt>
                <c:pt idx="60">
                  <c:v>135123145.76660085</c:v>
                </c:pt>
                <c:pt idx="61">
                  <c:v>137520287.84429827</c:v>
                </c:pt>
                <c:pt idx="62">
                  <c:v>139919794.7140727</c:v>
                </c:pt>
                <c:pt idx="63">
                  <c:v>142321628.23693377</c:v>
                </c:pt>
                <c:pt idx="64">
                  <c:v>144725751.48461562</c:v>
                </c:pt>
                <c:pt idx="65">
                  <c:v>147132128.68282345</c:v>
                </c:pt>
                <c:pt idx="66">
                  <c:v>149540725.15797299</c:v>
                </c:pt>
                <c:pt idx="67">
                  <c:v>151951507.28715795</c:v>
                </c:pt>
                <c:pt idx="68">
                  <c:v>154364442.45110452</c:v>
                </c:pt>
                <c:pt idx="69">
                  <c:v>156779498.98989356</c:v>
                </c:pt>
                <c:pt idx="70">
                  <c:v>159196646.16124946</c:v>
                </c:pt>
                <c:pt idx="71">
                  <c:v>161615854.10121292</c:v>
                </c:pt>
                <c:pt idx="72">
                  <c:v>164037093.787029</c:v>
                </c:pt>
                <c:pt idx="73">
                  <c:v>166460337.00209725</c:v>
                </c:pt>
                <c:pt idx="74">
                  <c:v>168885556.30284259</c:v>
                </c:pt>
                <c:pt idx="75">
                  <c:v>171312724.98737642</c:v>
                </c:pt>
                <c:pt idx="76">
                  <c:v>173741817.06582978</c:v>
                </c:pt>
                <c:pt idx="77">
                  <c:v>176172807.23224765</c:v>
                </c:pt>
                <c:pt idx="78">
                  <c:v>178605670.83794338</c:v>
                </c:pt>
                <c:pt idx="79">
                  <c:v>181040383.8662194</c:v>
                </c:pt>
                <c:pt idx="80">
                  <c:v>183476922.90836829</c:v>
                </c:pt>
                <c:pt idx="81">
                  <c:v>185915265.14087343</c:v>
                </c:pt>
                <c:pt idx="82">
                  <c:v>188355388.30373573</c:v>
                </c:pt>
                <c:pt idx="83">
                  <c:v>190797270.67985755</c:v>
                </c:pt>
                <c:pt idx="84">
                  <c:v>193240891.0754202</c:v>
                </c:pt>
                <c:pt idx="85">
                  <c:v>195686228.80119592</c:v>
                </c:pt>
                <c:pt idx="86">
                  <c:v>198133263.65473902</c:v>
                </c:pt>
                <c:pt idx="87">
                  <c:v>200581975.90340573</c:v>
                </c:pt>
                <c:pt idx="88">
                  <c:v>203032346.26815435</c:v>
                </c:pt>
                <c:pt idx="89">
                  <c:v>205484355.90808213</c:v>
                </c:pt>
                <c:pt idx="90">
                  <c:v>207937986.40565681</c:v>
                </c:pt>
                <c:pt idx="91">
                  <c:v>210393219.75260472</c:v>
                </c:pt>
                <c:pt idx="92">
                  <c:v>212850038.33641908</c:v>
                </c:pt>
                <c:pt idx="93">
                  <c:v>215308424.92745495</c:v>
                </c:pt>
                <c:pt idx="94">
                  <c:v>217768362.66657916</c:v>
                </c:pt>
                <c:pt idx="95">
                  <c:v>220229835.05334601</c:v>
                </c:pt>
                <c:pt idx="96">
                  <c:v>222692825.9346703</c:v>
                </c:pt>
                <c:pt idx="97">
                  <c:v>225157319.4939729</c:v>
                </c:pt>
                <c:pt idx="98">
                  <c:v>227623300.24077365</c:v>
                </c:pt>
                <c:pt idx="99">
                  <c:v>230090753.00070891</c:v>
                </c:pt>
              </c:numCache>
            </c:numRef>
          </c:xVal>
          <c:yVal>
            <c:numRef>
              <c:f>'[Chart in Microsoft PowerPoint]Sheet1'!$A$2:$A$101</c:f>
              <c:numCache>
                <c:formatCode>General</c:formatCode>
                <c:ptCount val="100"/>
                <c:pt idx="0">
                  <c:v>1000</c:v>
                </c:pt>
                <c:pt idx="1">
                  <c:v>101000</c:v>
                </c:pt>
                <c:pt idx="2">
                  <c:v>201000</c:v>
                </c:pt>
                <c:pt idx="3">
                  <c:v>301000</c:v>
                </c:pt>
                <c:pt idx="4">
                  <c:v>401000</c:v>
                </c:pt>
                <c:pt idx="5">
                  <c:v>501000</c:v>
                </c:pt>
                <c:pt idx="6">
                  <c:v>601000</c:v>
                </c:pt>
                <c:pt idx="7">
                  <c:v>701000</c:v>
                </c:pt>
                <c:pt idx="8">
                  <c:v>801000</c:v>
                </c:pt>
                <c:pt idx="9">
                  <c:v>901000</c:v>
                </c:pt>
                <c:pt idx="10">
                  <c:v>1001000</c:v>
                </c:pt>
                <c:pt idx="11">
                  <c:v>1101000</c:v>
                </c:pt>
                <c:pt idx="12">
                  <c:v>1201000</c:v>
                </c:pt>
                <c:pt idx="13">
                  <c:v>1301000</c:v>
                </c:pt>
                <c:pt idx="14">
                  <c:v>1401000</c:v>
                </c:pt>
                <c:pt idx="15">
                  <c:v>1501000</c:v>
                </c:pt>
                <c:pt idx="16">
                  <c:v>1601000</c:v>
                </c:pt>
                <c:pt idx="17">
                  <c:v>1701000</c:v>
                </c:pt>
                <c:pt idx="18">
                  <c:v>1801000</c:v>
                </c:pt>
                <c:pt idx="19">
                  <c:v>1901000</c:v>
                </c:pt>
                <c:pt idx="20">
                  <c:v>2001000</c:v>
                </c:pt>
                <c:pt idx="21">
                  <c:v>2101000</c:v>
                </c:pt>
                <c:pt idx="22">
                  <c:v>2201000</c:v>
                </c:pt>
                <c:pt idx="23">
                  <c:v>2301000</c:v>
                </c:pt>
                <c:pt idx="24">
                  <c:v>2401000</c:v>
                </c:pt>
                <c:pt idx="25">
                  <c:v>2501000</c:v>
                </c:pt>
                <c:pt idx="26">
                  <c:v>2601000</c:v>
                </c:pt>
                <c:pt idx="27">
                  <c:v>2701000</c:v>
                </c:pt>
                <c:pt idx="28">
                  <c:v>2801000</c:v>
                </c:pt>
                <c:pt idx="29">
                  <c:v>2901000</c:v>
                </c:pt>
                <c:pt idx="30">
                  <c:v>3001000</c:v>
                </c:pt>
                <c:pt idx="31">
                  <c:v>3101000</c:v>
                </c:pt>
                <c:pt idx="32">
                  <c:v>3201000</c:v>
                </c:pt>
                <c:pt idx="33">
                  <c:v>3301000</c:v>
                </c:pt>
                <c:pt idx="34">
                  <c:v>3401000</c:v>
                </c:pt>
                <c:pt idx="35">
                  <c:v>3501000</c:v>
                </c:pt>
                <c:pt idx="36">
                  <c:v>3601000</c:v>
                </c:pt>
                <c:pt idx="37">
                  <c:v>3701000</c:v>
                </c:pt>
                <c:pt idx="38">
                  <c:v>3801000</c:v>
                </c:pt>
                <c:pt idx="39">
                  <c:v>3901000</c:v>
                </c:pt>
                <c:pt idx="40">
                  <c:v>4001000</c:v>
                </c:pt>
                <c:pt idx="41">
                  <c:v>4101000</c:v>
                </c:pt>
                <c:pt idx="42">
                  <c:v>4201000</c:v>
                </c:pt>
                <c:pt idx="43">
                  <c:v>4301000</c:v>
                </c:pt>
                <c:pt idx="44">
                  <c:v>4401000</c:v>
                </c:pt>
                <c:pt idx="45">
                  <c:v>4501000</c:v>
                </c:pt>
                <c:pt idx="46">
                  <c:v>4601000</c:v>
                </c:pt>
                <c:pt idx="47">
                  <c:v>4701000</c:v>
                </c:pt>
                <c:pt idx="48">
                  <c:v>4801000</c:v>
                </c:pt>
                <c:pt idx="49">
                  <c:v>4901000</c:v>
                </c:pt>
                <c:pt idx="50">
                  <c:v>5001000</c:v>
                </c:pt>
                <c:pt idx="51">
                  <c:v>5101000</c:v>
                </c:pt>
                <c:pt idx="52">
                  <c:v>5201000</c:v>
                </c:pt>
                <c:pt idx="53">
                  <c:v>5301000</c:v>
                </c:pt>
                <c:pt idx="54">
                  <c:v>5401000</c:v>
                </c:pt>
                <c:pt idx="55">
                  <c:v>5501000</c:v>
                </c:pt>
                <c:pt idx="56">
                  <c:v>5601000</c:v>
                </c:pt>
                <c:pt idx="57">
                  <c:v>5701000</c:v>
                </c:pt>
                <c:pt idx="58">
                  <c:v>5801000</c:v>
                </c:pt>
                <c:pt idx="59">
                  <c:v>5901000</c:v>
                </c:pt>
                <c:pt idx="60">
                  <c:v>6001000</c:v>
                </c:pt>
                <c:pt idx="61">
                  <c:v>6101000</c:v>
                </c:pt>
                <c:pt idx="62">
                  <c:v>6201000</c:v>
                </c:pt>
                <c:pt idx="63">
                  <c:v>6301000</c:v>
                </c:pt>
                <c:pt idx="64">
                  <c:v>6401000</c:v>
                </c:pt>
                <c:pt idx="65">
                  <c:v>6501000</c:v>
                </c:pt>
                <c:pt idx="66">
                  <c:v>6601000</c:v>
                </c:pt>
                <c:pt idx="67">
                  <c:v>6701000</c:v>
                </c:pt>
                <c:pt idx="68">
                  <c:v>6801000</c:v>
                </c:pt>
                <c:pt idx="69">
                  <c:v>6901000</c:v>
                </c:pt>
                <c:pt idx="70">
                  <c:v>7001000</c:v>
                </c:pt>
                <c:pt idx="71">
                  <c:v>7101000</c:v>
                </c:pt>
                <c:pt idx="72">
                  <c:v>7201000</c:v>
                </c:pt>
                <c:pt idx="73">
                  <c:v>7301000</c:v>
                </c:pt>
                <c:pt idx="74">
                  <c:v>7401000</c:v>
                </c:pt>
                <c:pt idx="75">
                  <c:v>7501000</c:v>
                </c:pt>
                <c:pt idx="76">
                  <c:v>7601000</c:v>
                </c:pt>
                <c:pt idx="77">
                  <c:v>7701000</c:v>
                </c:pt>
                <c:pt idx="78">
                  <c:v>7801000</c:v>
                </c:pt>
                <c:pt idx="79">
                  <c:v>7901000</c:v>
                </c:pt>
                <c:pt idx="80">
                  <c:v>8001000</c:v>
                </c:pt>
                <c:pt idx="81">
                  <c:v>8101000</c:v>
                </c:pt>
                <c:pt idx="82">
                  <c:v>8201000</c:v>
                </c:pt>
                <c:pt idx="83">
                  <c:v>8301000</c:v>
                </c:pt>
                <c:pt idx="84">
                  <c:v>8401000</c:v>
                </c:pt>
                <c:pt idx="85">
                  <c:v>8501000</c:v>
                </c:pt>
                <c:pt idx="86">
                  <c:v>8601000</c:v>
                </c:pt>
                <c:pt idx="87">
                  <c:v>8701000</c:v>
                </c:pt>
                <c:pt idx="88">
                  <c:v>8801000</c:v>
                </c:pt>
                <c:pt idx="89">
                  <c:v>8901000</c:v>
                </c:pt>
                <c:pt idx="90">
                  <c:v>9001000</c:v>
                </c:pt>
                <c:pt idx="91">
                  <c:v>9101000</c:v>
                </c:pt>
                <c:pt idx="92">
                  <c:v>9201000</c:v>
                </c:pt>
                <c:pt idx="93">
                  <c:v>9301000</c:v>
                </c:pt>
                <c:pt idx="94">
                  <c:v>9401000</c:v>
                </c:pt>
                <c:pt idx="95">
                  <c:v>9501000</c:v>
                </c:pt>
                <c:pt idx="96">
                  <c:v>9601000</c:v>
                </c:pt>
                <c:pt idx="97">
                  <c:v>9701000</c:v>
                </c:pt>
                <c:pt idx="98">
                  <c:v>9801000</c:v>
                </c:pt>
                <c:pt idx="99">
                  <c:v>9901000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E8E-164B-8619-00EF939122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6374144"/>
        <c:axId val="546375856"/>
      </c:scatterChart>
      <c:valAx>
        <c:axId val="5463741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6375856"/>
        <c:crosses val="autoZero"/>
        <c:crossBetween val="midCat"/>
      </c:valAx>
      <c:valAx>
        <c:axId val="546375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63741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N=1000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key_comparisons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  <c:pt idx="6">
                  <c:v>16</c:v>
                </c:pt>
                <c:pt idx="7">
                  <c:v>20</c:v>
                </c:pt>
                <c:pt idx="8">
                  <c:v>24</c:v>
                </c:pt>
                <c:pt idx="9">
                  <c:v>28</c:v>
                </c:pt>
                <c:pt idx="10">
                  <c:v>32</c:v>
                </c:pt>
                <c:pt idx="11">
                  <c:v>40</c:v>
                </c:pt>
                <c:pt idx="12">
                  <c:v>48</c:v>
                </c:pt>
                <c:pt idx="13">
                  <c:v>64</c:v>
                </c:pt>
                <c:pt idx="14">
                  <c:v>96</c:v>
                </c:pt>
                <c:pt idx="15">
                  <c:v>128</c:v>
                </c:pt>
              </c:numCache>
            </c:num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8696</c:v>
                </c:pt>
                <c:pt idx="1">
                  <c:v>8691</c:v>
                </c:pt>
                <c:pt idx="2">
                  <c:v>8720</c:v>
                </c:pt>
                <c:pt idx="3">
                  <c:v>8720</c:v>
                </c:pt>
                <c:pt idx="4">
                  <c:v>9063</c:v>
                </c:pt>
                <c:pt idx="5">
                  <c:v>9063</c:v>
                </c:pt>
                <c:pt idx="6">
                  <c:v>10271</c:v>
                </c:pt>
                <c:pt idx="7">
                  <c:v>10271</c:v>
                </c:pt>
                <c:pt idx="8">
                  <c:v>10271</c:v>
                </c:pt>
                <c:pt idx="9">
                  <c:v>10271</c:v>
                </c:pt>
                <c:pt idx="10">
                  <c:v>13049</c:v>
                </c:pt>
                <c:pt idx="11">
                  <c:v>13049</c:v>
                </c:pt>
                <c:pt idx="12">
                  <c:v>13049</c:v>
                </c:pt>
                <c:pt idx="13">
                  <c:v>20195</c:v>
                </c:pt>
                <c:pt idx="14">
                  <c:v>20195</c:v>
                </c:pt>
                <c:pt idx="15">
                  <c:v>34550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00-5B44-9DAB-E7D321B6E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7826480"/>
        <c:axId val="821790128"/>
      </c:lineChart>
      <c:catAx>
        <c:axId val="247826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1790128"/>
        <c:crosses val="autoZero"/>
        <c:auto val="1"/>
        <c:lblAlgn val="ctr"/>
        <c:lblOffset val="100"/>
        <c:noMultiLvlLbl val="0"/>
      </c:catAx>
      <c:valAx>
        <c:axId val="82179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826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r>
              <a:rPr lang="en-US" sz="1200">
                <a:latin typeface="Chalkboard SE" panose="03050602040202020205" pitchFamily="66" charset="77"/>
              </a:rPr>
              <a:t>N</a:t>
            </a:r>
            <a:r>
              <a:rPr lang="en-US" sz="1200" baseline="0">
                <a:latin typeface="Chalkboard SE" panose="03050602040202020205" pitchFamily="66" charset="77"/>
              </a:rPr>
              <a:t> = 1M</a:t>
            </a:r>
            <a:endParaRPr lang="en-US" sz="1200">
              <a:latin typeface="Chalkboard SE" panose="03050602040202020205" pitchFamily="66" charset="7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halkboard SE" panose="03050602040202020205" pitchFamily="66" charset="77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hybrid_comparisons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Sheet1!$A$2:$A$33</c:f>
              <c:numCache>
                <c:formatCode>General</c:formatCode>
                <c:ptCount val="32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20</c:v>
                </c:pt>
                <c:pt idx="5">
                  <c:v>24</c:v>
                </c:pt>
                <c:pt idx="6">
                  <c:v>28</c:v>
                </c:pt>
                <c:pt idx="7">
                  <c:v>32</c:v>
                </c:pt>
                <c:pt idx="8">
                  <c:v>36</c:v>
                </c:pt>
                <c:pt idx="9">
                  <c:v>40</c:v>
                </c:pt>
                <c:pt idx="10">
                  <c:v>44</c:v>
                </c:pt>
                <c:pt idx="11">
                  <c:v>48</c:v>
                </c:pt>
                <c:pt idx="12">
                  <c:v>52</c:v>
                </c:pt>
                <c:pt idx="13">
                  <c:v>56</c:v>
                </c:pt>
                <c:pt idx="14">
                  <c:v>60</c:v>
                </c:pt>
                <c:pt idx="15">
                  <c:v>64</c:v>
                </c:pt>
                <c:pt idx="16">
                  <c:v>68</c:v>
                </c:pt>
                <c:pt idx="17">
                  <c:v>72</c:v>
                </c:pt>
                <c:pt idx="18">
                  <c:v>76</c:v>
                </c:pt>
                <c:pt idx="19">
                  <c:v>80</c:v>
                </c:pt>
                <c:pt idx="20">
                  <c:v>84</c:v>
                </c:pt>
                <c:pt idx="21">
                  <c:v>88</c:v>
                </c:pt>
                <c:pt idx="22">
                  <c:v>92</c:v>
                </c:pt>
                <c:pt idx="23">
                  <c:v>96</c:v>
                </c:pt>
                <c:pt idx="24">
                  <c:v>100</c:v>
                </c:pt>
                <c:pt idx="25">
                  <c:v>104</c:v>
                </c:pt>
                <c:pt idx="26">
                  <c:v>108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</c:numCache>
            </c:num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18728153</c:v>
                </c:pt>
                <c:pt idx="1">
                  <c:v>19073956</c:v>
                </c:pt>
                <c:pt idx="2">
                  <c:v>19073956</c:v>
                </c:pt>
                <c:pt idx="3">
                  <c:v>20227782</c:v>
                </c:pt>
                <c:pt idx="4">
                  <c:v>20227782</c:v>
                </c:pt>
                <c:pt idx="5">
                  <c:v>20227782</c:v>
                </c:pt>
                <c:pt idx="6">
                  <c:v>20227782</c:v>
                </c:pt>
                <c:pt idx="7">
                  <c:v>23189912</c:v>
                </c:pt>
                <c:pt idx="8">
                  <c:v>23189912</c:v>
                </c:pt>
                <c:pt idx="9">
                  <c:v>23189912</c:v>
                </c:pt>
                <c:pt idx="10">
                  <c:v>23189912</c:v>
                </c:pt>
                <c:pt idx="11">
                  <c:v>23189912</c:v>
                </c:pt>
                <c:pt idx="12">
                  <c:v>23189912</c:v>
                </c:pt>
                <c:pt idx="13">
                  <c:v>23189912</c:v>
                </c:pt>
                <c:pt idx="14">
                  <c:v>23189912</c:v>
                </c:pt>
                <c:pt idx="15">
                  <c:v>29906073</c:v>
                </c:pt>
                <c:pt idx="16">
                  <c:v>29906073</c:v>
                </c:pt>
                <c:pt idx="17">
                  <c:v>29906073</c:v>
                </c:pt>
                <c:pt idx="18">
                  <c:v>29906073</c:v>
                </c:pt>
                <c:pt idx="19">
                  <c:v>29906073</c:v>
                </c:pt>
                <c:pt idx="20">
                  <c:v>29906073</c:v>
                </c:pt>
                <c:pt idx="21">
                  <c:v>29906073</c:v>
                </c:pt>
                <c:pt idx="22">
                  <c:v>29906073</c:v>
                </c:pt>
                <c:pt idx="23">
                  <c:v>29906073</c:v>
                </c:pt>
                <c:pt idx="24">
                  <c:v>29906073</c:v>
                </c:pt>
                <c:pt idx="25">
                  <c:v>29906073</c:v>
                </c:pt>
                <c:pt idx="26">
                  <c:v>29906073</c:v>
                </c:pt>
                <c:pt idx="27">
                  <c:v>29906073</c:v>
                </c:pt>
                <c:pt idx="28">
                  <c:v>29906073</c:v>
                </c:pt>
                <c:pt idx="29">
                  <c:v>29906073</c:v>
                </c:pt>
                <c:pt idx="30">
                  <c:v>44214449</c:v>
                </c:pt>
                <c:pt idx="31">
                  <c:v>44214449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A2-9B4C-B902-4E1129F97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3123775"/>
        <c:axId val="392962575"/>
      </c:lineChart>
      <c:catAx>
        <c:axId val="393123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endParaRPr lang="en-US"/>
          </a:p>
        </c:txPr>
        <c:crossAx val="392962575"/>
        <c:crosses val="autoZero"/>
        <c:auto val="1"/>
        <c:lblAlgn val="ctr"/>
        <c:lblOffset val="100"/>
        <c:noMultiLvlLbl val="0"/>
      </c:catAx>
      <c:valAx>
        <c:axId val="392962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endParaRPr lang="en-US"/>
          </a:p>
        </c:txPr>
        <c:crossAx val="3931237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r>
              <a:rPr lang="en-US" sz="1200">
                <a:latin typeface="Chalkboard SE" panose="03050602040202020205" pitchFamily="66" charset="77"/>
              </a:rPr>
              <a:t>N</a:t>
            </a:r>
            <a:r>
              <a:rPr lang="en-US" sz="1200" baseline="0">
                <a:latin typeface="Chalkboard SE" panose="03050602040202020205" pitchFamily="66" charset="77"/>
              </a:rPr>
              <a:t> = 10M </a:t>
            </a:r>
            <a:endParaRPr lang="en-US" sz="1200">
              <a:latin typeface="Chalkboard SE" panose="03050602040202020205" pitchFamily="66" charset="7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halkboard SE" panose="03050602040202020205" pitchFamily="66" charset="77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hybrid_comparisons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Sheet1!$A$2:$A$33</c:f>
              <c:numCache>
                <c:formatCode>General</c:formatCode>
                <c:ptCount val="32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20</c:v>
                </c:pt>
                <c:pt idx="5">
                  <c:v>24</c:v>
                </c:pt>
                <c:pt idx="6">
                  <c:v>28</c:v>
                </c:pt>
                <c:pt idx="7">
                  <c:v>32</c:v>
                </c:pt>
                <c:pt idx="8">
                  <c:v>36</c:v>
                </c:pt>
                <c:pt idx="9">
                  <c:v>40</c:v>
                </c:pt>
                <c:pt idx="10">
                  <c:v>44</c:v>
                </c:pt>
                <c:pt idx="11">
                  <c:v>48</c:v>
                </c:pt>
                <c:pt idx="12">
                  <c:v>52</c:v>
                </c:pt>
                <c:pt idx="13">
                  <c:v>56</c:v>
                </c:pt>
                <c:pt idx="14">
                  <c:v>60</c:v>
                </c:pt>
                <c:pt idx="15">
                  <c:v>64</c:v>
                </c:pt>
                <c:pt idx="16">
                  <c:v>68</c:v>
                </c:pt>
                <c:pt idx="17">
                  <c:v>72</c:v>
                </c:pt>
                <c:pt idx="18">
                  <c:v>76</c:v>
                </c:pt>
                <c:pt idx="19">
                  <c:v>80</c:v>
                </c:pt>
                <c:pt idx="20">
                  <c:v>84</c:v>
                </c:pt>
                <c:pt idx="21">
                  <c:v>88</c:v>
                </c:pt>
                <c:pt idx="22">
                  <c:v>92</c:v>
                </c:pt>
                <c:pt idx="23">
                  <c:v>96</c:v>
                </c:pt>
                <c:pt idx="24">
                  <c:v>100</c:v>
                </c:pt>
                <c:pt idx="25">
                  <c:v>104</c:v>
                </c:pt>
                <c:pt idx="26">
                  <c:v>108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</c:numCache>
            </c:num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220223920</c:v>
                </c:pt>
                <c:pt idx="1">
                  <c:v>221106508</c:v>
                </c:pt>
                <c:pt idx="2">
                  <c:v>226422855</c:v>
                </c:pt>
                <c:pt idx="3">
                  <c:v>226422855</c:v>
                </c:pt>
                <c:pt idx="4">
                  <c:v>242314123</c:v>
                </c:pt>
                <c:pt idx="5">
                  <c:v>242314123</c:v>
                </c:pt>
                <c:pt idx="6">
                  <c:v>242314123</c:v>
                </c:pt>
                <c:pt idx="7">
                  <c:v>242314123</c:v>
                </c:pt>
                <c:pt idx="8">
                  <c:v>242314123</c:v>
                </c:pt>
                <c:pt idx="9">
                  <c:v>281256538</c:v>
                </c:pt>
                <c:pt idx="10">
                  <c:v>281256538</c:v>
                </c:pt>
                <c:pt idx="11">
                  <c:v>281256538</c:v>
                </c:pt>
                <c:pt idx="12">
                  <c:v>281256538</c:v>
                </c:pt>
                <c:pt idx="13">
                  <c:v>281256538</c:v>
                </c:pt>
                <c:pt idx="14">
                  <c:v>281256538</c:v>
                </c:pt>
                <c:pt idx="15">
                  <c:v>281256538</c:v>
                </c:pt>
                <c:pt idx="16">
                  <c:v>281256538</c:v>
                </c:pt>
                <c:pt idx="17">
                  <c:v>281256538</c:v>
                </c:pt>
                <c:pt idx="18">
                  <c:v>341549761</c:v>
                </c:pt>
                <c:pt idx="19">
                  <c:v>367357115</c:v>
                </c:pt>
                <c:pt idx="20">
                  <c:v>367357115</c:v>
                </c:pt>
                <c:pt idx="21">
                  <c:v>367357115</c:v>
                </c:pt>
                <c:pt idx="22">
                  <c:v>367357115</c:v>
                </c:pt>
                <c:pt idx="23">
                  <c:v>367357115</c:v>
                </c:pt>
                <c:pt idx="24">
                  <c:v>367357115</c:v>
                </c:pt>
                <c:pt idx="25">
                  <c:v>367357115</c:v>
                </c:pt>
                <c:pt idx="26">
                  <c:v>367357115</c:v>
                </c:pt>
                <c:pt idx="27">
                  <c:v>367357115</c:v>
                </c:pt>
                <c:pt idx="28">
                  <c:v>367357115</c:v>
                </c:pt>
                <c:pt idx="29">
                  <c:v>367357115</c:v>
                </c:pt>
                <c:pt idx="30">
                  <c:v>367357115</c:v>
                </c:pt>
                <c:pt idx="31">
                  <c:v>367357115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21-2B47-8A0A-DE17E4DBD7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3123775"/>
        <c:axId val="392962575"/>
      </c:lineChart>
      <c:catAx>
        <c:axId val="393123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endParaRPr lang="en-US"/>
          </a:p>
        </c:txPr>
        <c:crossAx val="392962575"/>
        <c:crosses val="autoZero"/>
        <c:auto val="1"/>
        <c:lblAlgn val="ctr"/>
        <c:lblOffset val="100"/>
        <c:noMultiLvlLbl val="0"/>
      </c:catAx>
      <c:valAx>
        <c:axId val="392962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endParaRPr lang="en-US"/>
          </a:p>
        </c:txPr>
        <c:crossAx val="3931237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 = 10M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hybrid_KC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Sheet1!$A$2:$A$33</c:f>
              <c:numCache>
                <c:formatCode>General</c:formatCode>
                <c:ptCount val="32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20</c:v>
                </c:pt>
                <c:pt idx="5">
                  <c:v>24</c:v>
                </c:pt>
                <c:pt idx="6">
                  <c:v>28</c:v>
                </c:pt>
                <c:pt idx="7">
                  <c:v>32</c:v>
                </c:pt>
                <c:pt idx="8">
                  <c:v>36</c:v>
                </c:pt>
                <c:pt idx="9">
                  <c:v>40</c:v>
                </c:pt>
                <c:pt idx="10">
                  <c:v>44</c:v>
                </c:pt>
                <c:pt idx="11">
                  <c:v>48</c:v>
                </c:pt>
                <c:pt idx="12">
                  <c:v>52</c:v>
                </c:pt>
                <c:pt idx="13">
                  <c:v>56</c:v>
                </c:pt>
                <c:pt idx="14">
                  <c:v>60</c:v>
                </c:pt>
                <c:pt idx="15">
                  <c:v>64</c:v>
                </c:pt>
                <c:pt idx="16">
                  <c:v>68</c:v>
                </c:pt>
                <c:pt idx="17">
                  <c:v>72</c:v>
                </c:pt>
                <c:pt idx="18">
                  <c:v>76</c:v>
                </c:pt>
                <c:pt idx="19">
                  <c:v>80</c:v>
                </c:pt>
                <c:pt idx="20">
                  <c:v>84</c:v>
                </c:pt>
                <c:pt idx="21">
                  <c:v>88</c:v>
                </c:pt>
                <c:pt idx="22">
                  <c:v>92</c:v>
                </c:pt>
                <c:pt idx="23">
                  <c:v>96</c:v>
                </c:pt>
                <c:pt idx="24">
                  <c:v>100</c:v>
                </c:pt>
                <c:pt idx="25">
                  <c:v>104</c:v>
                </c:pt>
                <c:pt idx="26">
                  <c:v>108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</c:numCache>
            </c:num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12290478</c:v>
                </c:pt>
                <c:pt idx="1">
                  <c:v>24099517</c:v>
                </c:pt>
                <c:pt idx="2">
                  <c:v>34913869</c:v>
                </c:pt>
                <c:pt idx="3">
                  <c:v>45396767</c:v>
                </c:pt>
                <c:pt idx="4">
                  <c:v>55702719</c:v>
                </c:pt>
                <c:pt idx="5">
                  <c:v>65937359</c:v>
                </c:pt>
                <c:pt idx="6">
                  <c:v>76090475</c:v>
                </c:pt>
                <c:pt idx="7">
                  <c:v>86250516</c:v>
                </c:pt>
                <c:pt idx="8">
                  <c:v>96335979</c:v>
                </c:pt>
                <c:pt idx="9">
                  <c:v>106435178</c:v>
                </c:pt>
                <c:pt idx="10">
                  <c:v>116521826</c:v>
                </c:pt>
                <c:pt idx="11">
                  <c:v>126573061</c:v>
                </c:pt>
                <c:pt idx="12">
                  <c:v>136667639</c:v>
                </c:pt>
                <c:pt idx="13">
                  <c:v>146691166</c:v>
                </c:pt>
                <c:pt idx="14">
                  <c:v>156707267</c:v>
                </c:pt>
                <c:pt idx="15">
                  <c:v>166824336</c:v>
                </c:pt>
                <c:pt idx="16">
                  <c:v>176804914</c:v>
                </c:pt>
                <c:pt idx="17">
                  <c:v>186860565</c:v>
                </c:pt>
                <c:pt idx="18">
                  <c:v>196865721</c:v>
                </c:pt>
                <c:pt idx="19">
                  <c:v>206941893</c:v>
                </c:pt>
                <c:pt idx="20">
                  <c:v>216916194</c:v>
                </c:pt>
                <c:pt idx="21">
                  <c:v>226910603</c:v>
                </c:pt>
                <c:pt idx="22">
                  <c:v>236818395</c:v>
                </c:pt>
                <c:pt idx="23">
                  <c:v>247050193</c:v>
                </c:pt>
                <c:pt idx="24">
                  <c:v>256932674</c:v>
                </c:pt>
                <c:pt idx="25">
                  <c:v>267068159</c:v>
                </c:pt>
                <c:pt idx="26">
                  <c:v>276993995</c:v>
                </c:pt>
                <c:pt idx="27">
                  <c:v>287010247</c:v>
                </c:pt>
                <c:pt idx="28">
                  <c:v>297069105</c:v>
                </c:pt>
                <c:pt idx="29">
                  <c:v>307009762</c:v>
                </c:pt>
                <c:pt idx="30">
                  <c:v>317118584</c:v>
                </c:pt>
                <c:pt idx="31">
                  <c:v>327129994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17-8042-AE13-21FE1C75AB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9031840"/>
        <c:axId val="820690160"/>
      </c:lineChart>
      <c:catAx>
        <c:axId val="2099031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0690160"/>
        <c:crosses val="autoZero"/>
        <c:auto val="1"/>
        <c:lblAlgn val="ctr"/>
        <c:lblOffset val="100"/>
        <c:noMultiLvlLbl val="0"/>
      </c:catAx>
      <c:valAx>
        <c:axId val="82069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9031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 = 1M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hybrid_KC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Sheet1!$A$2:$A$33</c:f>
              <c:numCache>
                <c:formatCode>General</c:formatCode>
                <c:ptCount val="32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20</c:v>
                </c:pt>
                <c:pt idx="5">
                  <c:v>24</c:v>
                </c:pt>
                <c:pt idx="6">
                  <c:v>28</c:v>
                </c:pt>
                <c:pt idx="7">
                  <c:v>32</c:v>
                </c:pt>
                <c:pt idx="8">
                  <c:v>36</c:v>
                </c:pt>
                <c:pt idx="9">
                  <c:v>40</c:v>
                </c:pt>
                <c:pt idx="10">
                  <c:v>44</c:v>
                </c:pt>
                <c:pt idx="11">
                  <c:v>48</c:v>
                </c:pt>
                <c:pt idx="12">
                  <c:v>52</c:v>
                </c:pt>
                <c:pt idx="13">
                  <c:v>56</c:v>
                </c:pt>
                <c:pt idx="14">
                  <c:v>60</c:v>
                </c:pt>
                <c:pt idx="15">
                  <c:v>64</c:v>
                </c:pt>
                <c:pt idx="16">
                  <c:v>68</c:v>
                </c:pt>
                <c:pt idx="17">
                  <c:v>72</c:v>
                </c:pt>
                <c:pt idx="18">
                  <c:v>76</c:v>
                </c:pt>
                <c:pt idx="19">
                  <c:v>80</c:v>
                </c:pt>
                <c:pt idx="20">
                  <c:v>84</c:v>
                </c:pt>
                <c:pt idx="21">
                  <c:v>88</c:v>
                </c:pt>
                <c:pt idx="22">
                  <c:v>92</c:v>
                </c:pt>
                <c:pt idx="23">
                  <c:v>96</c:v>
                </c:pt>
                <c:pt idx="24">
                  <c:v>100</c:v>
                </c:pt>
                <c:pt idx="25">
                  <c:v>104</c:v>
                </c:pt>
                <c:pt idx="26">
                  <c:v>108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</c:numCache>
            </c:num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1229046</c:v>
                </c:pt>
                <c:pt idx="1">
                  <c:v>2410837</c:v>
                </c:pt>
                <c:pt idx="2">
                  <c:v>3490881</c:v>
                </c:pt>
                <c:pt idx="3">
                  <c:v>4538629</c:v>
                </c:pt>
                <c:pt idx="4">
                  <c:v>5567747</c:v>
                </c:pt>
                <c:pt idx="5">
                  <c:v>6595187</c:v>
                </c:pt>
                <c:pt idx="6">
                  <c:v>7610275</c:v>
                </c:pt>
                <c:pt idx="7">
                  <c:v>8624351</c:v>
                </c:pt>
                <c:pt idx="8">
                  <c:v>9631916</c:v>
                </c:pt>
                <c:pt idx="9">
                  <c:v>10645992</c:v>
                </c:pt>
                <c:pt idx="10">
                  <c:v>11655216</c:v>
                </c:pt>
                <c:pt idx="11">
                  <c:v>12652769</c:v>
                </c:pt>
                <c:pt idx="12">
                  <c:v>13666659</c:v>
                </c:pt>
                <c:pt idx="13">
                  <c:v>14681229</c:v>
                </c:pt>
                <c:pt idx="14">
                  <c:v>15671800</c:v>
                </c:pt>
                <c:pt idx="15">
                  <c:v>16672388</c:v>
                </c:pt>
                <c:pt idx="16">
                  <c:v>17668894</c:v>
                </c:pt>
                <c:pt idx="17">
                  <c:v>18687541</c:v>
                </c:pt>
                <c:pt idx="18">
                  <c:v>19683706</c:v>
                </c:pt>
                <c:pt idx="19">
                  <c:v>20693554</c:v>
                </c:pt>
                <c:pt idx="20">
                  <c:v>21689950</c:v>
                </c:pt>
                <c:pt idx="21">
                  <c:v>22691272</c:v>
                </c:pt>
                <c:pt idx="22">
                  <c:v>23692712</c:v>
                </c:pt>
                <c:pt idx="23">
                  <c:v>24681875</c:v>
                </c:pt>
                <c:pt idx="24">
                  <c:v>25730500</c:v>
                </c:pt>
                <c:pt idx="25">
                  <c:v>26697062</c:v>
                </c:pt>
                <c:pt idx="26">
                  <c:v>27715921</c:v>
                </c:pt>
                <c:pt idx="27">
                  <c:v>28705841</c:v>
                </c:pt>
                <c:pt idx="28">
                  <c:v>29708817</c:v>
                </c:pt>
                <c:pt idx="29">
                  <c:v>30710443</c:v>
                </c:pt>
                <c:pt idx="30">
                  <c:v>31688873</c:v>
                </c:pt>
                <c:pt idx="31">
                  <c:v>32707487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A8-0E41-99A5-C34CBBCEB9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2937680"/>
        <c:axId val="552957296"/>
      </c:lineChart>
      <c:catAx>
        <c:axId val="55293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2957296"/>
        <c:crosses val="autoZero"/>
        <c:auto val="1"/>
        <c:lblAlgn val="ctr"/>
        <c:lblOffset val="100"/>
        <c:noMultiLvlLbl val="0"/>
      </c:catAx>
      <c:valAx>
        <c:axId val="552957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2937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halkboard SE" panose="03050602040202020205" pitchFamily="66" charset="77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merge_time_ms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1000</c:v>
                </c:pt>
                <c:pt idx="1">
                  <c:v>101000</c:v>
                </c:pt>
                <c:pt idx="2">
                  <c:v>201000</c:v>
                </c:pt>
                <c:pt idx="3">
                  <c:v>301000</c:v>
                </c:pt>
                <c:pt idx="4">
                  <c:v>401000</c:v>
                </c:pt>
                <c:pt idx="5">
                  <c:v>501000</c:v>
                </c:pt>
                <c:pt idx="6">
                  <c:v>601000</c:v>
                </c:pt>
                <c:pt idx="7">
                  <c:v>701000</c:v>
                </c:pt>
                <c:pt idx="8">
                  <c:v>801000</c:v>
                </c:pt>
                <c:pt idx="9">
                  <c:v>901000</c:v>
                </c:pt>
                <c:pt idx="10">
                  <c:v>1001000</c:v>
                </c:pt>
                <c:pt idx="11">
                  <c:v>1101000</c:v>
                </c:pt>
                <c:pt idx="12">
                  <c:v>1201000</c:v>
                </c:pt>
                <c:pt idx="13">
                  <c:v>1301000</c:v>
                </c:pt>
                <c:pt idx="14">
                  <c:v>1401000</c:v>
                </c:pt>
                <c:pt idx="15">
                  <c:v>1501000</c:v>
                </c:pt>
                <c:pt idx="16">
                  <c:v>1601000</c:v>
                </c:pt>
                <c:pt idx="17">
                  <c:v>1701000</c:v>
                </c:pt>
                <c:pt idx="18">
                  <c:v>1801000</c:v>
                </c:pt>
                <c:pt idx="19">
                  <c:v>1901000</c:v>
                </c:pt>
                <c:pt idx="20">
                  <c:v>2001000</c:v>
                </c:pt>
                <c:pt idx="21">
                  <c:v>2101000</c:v>
                </c:pt>
                <c:pt idx="22">
                  <c:v>2201000</c:v>
                </c:pt>
                <c:pt idx="23">
                  <c:v>2301000</c:v>
                </c:pt>
                <c:pt idx="24">
                  <c:v>2401000</c:v>
                </c:pt>
                <c:pt idx="25">
                  <c:v>2501000</c:v>
                </c:pt>
                <c:pt idx="26">
                  <c:v>2601000</c:v>
                </c:pt>
                <c:pt idx="27">
                  <c:v>2701000</c:v>
                </c:pt>
                <c:pt idx="28">
                  <c:v>2801000</c:v>
                </c:pt>
                <c:pt idx="29">
                  <c:v>2901000</c:v>
                </c:pt>
                <c:pt idx="30">
                  <c:v>3001000</c:v>
                </c:pt>
                <c:pt idx="31">
                  <c:v>3101000</c:v>
                </c:pt>
                <c:pt idx="32">
                  <c:v>3201000</c:v>
                </c:pt>
                <c:pt idx="33">
                  <c:v>3301000</c:v>
                </c:pt>
                <c:pt idx="34">
                  <c:v>3401000</c:v>
                </c:pt>
                <c:pt idx="35">
                  <c:v>3501000</c:v>
                </c:pt>
                <c:pt idx="36">
                  <c:v>3601000</c:v>
                </c:pt>
                <c:pt idx="37">
                  <c:v>3701000</c:v>
                </c:pt>
                <c:pt idx="38">
                  <c:v>3801000</c:v>
                </c:pt>
                <c:pt idx="39">
                  <c:v>3901000</c:v>
                </c:pt>
                <c:pt idx="40">
                  <c:v>4001000</c:v>
                </c:pt>
                <c:pt idx="41">
                  <c:v>4101000</c:v>
                </c:pt>
                <c:pt idx="42">
                  <c:v>4201000</c:v>
                </c:pt>
                <c:pt idx="43">
                  <c:v>4301000</c:v>
                </c:pt>
                <c:pt idx="44">
                  <c:v>4401000</c:v>
                </c:pt>
                <c:pt idx="45">
                  <c:v>4501000</c:v>
                </c:pt>
                <c:pt idx="46">
                  <c:v>4601000</c:v>
                </c:pt>
                <c:pt idx="47">
                  <c:v>4701000</c:v>
                </c:pt>
                <c:pt idx="48">
                  <c:v>4801000</c:v>
                </c:pt>
                <c:pt idx="49">
                  <c:v>4901000</c:v>
                </c:pt>
                <c:pt idx="50">
                  <c:v>5001000</c:v>
                </c:pt>
                <c:pt idx="51">
                  <c:v>5101000</c:v>
                </c:pt>
                <c:pt idx="52">
                  <c:v>5201000</c:v>
                </c:pt>
                <c:pt idx="53">
                  <c:v>5301000</c:v>
                </c:pt>
                <c:pt idx="54">
                  <c:v>5401000</c:v>
                </c:pt>
                <c:pt idx="55">
                  <c:v>5501000</c:v>
                </c:pt>
                <c:pt idx="56">
                  <c:v>5601000</c:v>
                </c:pt>
                <c:pt idx="57">
                  <c:v>5701000</c:v>
                </c:pt>
                <c:pt idx="58">
                  <c:v>5801000</c:v>
                </c:pt>
                <c:pt idx="59">
                  <c:v>5901000</c:v>
                </c:pt>
                <c:pt idx="60">
                  <c:v>6001000</c:v>
                </c:pt>
                <c:pt idx="61">
                  <c:v>6101000</c:v>
                </c:pt>
                <c:pt idx="62">
                  <c:v>6201000</c:v>
                </c:pt>
                <c:pt idx="63">
                  <c:v>6301000</c:v>
                </c:pt>
                <c:pt idx="64">
                  <c:v>6401000</c:v>
                </c:pt>
                <c:pt idx="65">
                  <c:v>6501000</c:v>
                </c:pt>
                <c:pt idx="66">
                  <c:v>6601000</c:v>
                </c:pt>
                <c:pt idx="67">
                  <c:v>6701000</c:v>
                </c:pt>
                <c:pt idx="68">
                  <c:v>6801000</c:v>
                </c:pt>
                <c:pt idx="69">
                  <c:v>6901000</c:v>
                </c:pt>
                <c:pt idx="70">
                  <c:v>7001000</c:v>
                </c:pt>
                <c:pt idx="71">
                  <c:v>7101000</c:v>
                </c:pt>
                <c:pt idx="72">
                  <c:v>7201000</c:v>
                </c:pt>
                <c:pt idx="73">
                  <c:v>7301000</c:v>
                </c:pt>
                <c:pt idx="74">
                  <c:v>7401000</c:v>
                </c:pt>
                <c:pt idx="75">
                  <c:v>7501000</c:v>
                </c:pt>
                <c:pt idx="76">
                  <c:v>7601000</c:v>
                </c:pt>
                <c:pt idx="77">
                  <c:v>7701000</c:v>
                </c:pt>
                <c:pt idx="78">
                  <c:v>7801000</c:v>
                </c:pt>
                <c:pt idx="79">
                  <c:v>7901000</c:v>
                </c:pt>
                <c:pt idx="80">
                  <c:v>8001000</c:v>
                </c:pt>
                <c:pt idx="81">
                  <c:v>8101000</c:v>
                </c:pt>
                <c:pt idx="82">
                  <c:v>8201000</c:v>
                </c:pt>
                <c:pt idx="83">
                  <c:v>8301000</c:v>
                </c:pt>
                <c:pt idx="84">
                  <c:v>8401000</c:v>
                </c:pt>
                <c:pt idx="85">
                  <c:v>8501000</c:v>
                </c:pt>
                <c:pt idx="86">
                  <c:v>8601000</c:v>
                </c:pt>
                <c:pt idx="87">
                  <c:v>8701000</c:v>
                </c:pt>
                <c:pt idx="88">
                  <c:v>8801000</c:v>
                </c:pt>
                <c:pt idx="89">
                  <c:v>8901000</c:v>
                </c:pt>
                <c:pt idx="90">
                  <c:v>9001000</c:v>
                </c:pt>
                <c:pt idx="91">
                  <c:v>9101000</c:v>
                </c:pt>
                <c:pt idx="92">
                  <c:v>9201000</c:v>
                </c:pt>
                <c:pt idx="93">
                  <c:v>9301000</c:v>
                </c:pt>
                <c:pt idx="94">
                  <c:v>9401000</c:v>
                </c:pt>
                <c:pt idx="95">
                  <c:v>9501000</c:v>
                </c:pt>
                <c:pt idx="96">
                  <c:v>9601000</c:v>
                </c:pt>
                <c:pt idx="97">
                  <c:v>9701000</c:v>
                </c:pt>
                <c:pt idx="98">
                  <c:v>9801000</c:v>
                </c:pt>
                <c:pt idx="99">
                  <c:v>9901000</c:v>
                </c:pt>
              </c:numCache>
            </c:num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8.1811999999999996E-2</c:v>
                </c:pt>
                <c:pt idx="1">
                  <c:v>10.835699999999999</c:v>
                </c:pt>
                <c:pt idx="2">
                  <c:v>22.179400000000001</c:v>
                </c:pt>
                <c:pt idx="3">
                  <c:v>34.257899999999999</c:v>
                </c:pt>
                <c:pt idx="4">
                  <c:v>46.149700000000003</c:v>
                </c:pt>
                <c:pt idx="5">
                  <c:v>58.284500000000001</c:v>
                </c:pt>
                <c:pt idx="6">
                  <c:v>71.149699999999996</c:v>
                </c:pt>
                <c:pt idx="7">
                  <c:v>83.440799999999996</c:v>
                </c:pt>
                <c:pt idx="8">
                  <c:v>72.958100000000002</c:v>
                </c:pt>
                <c:pt idx="9">
                  <c:v>72.569999999999993</c:v>
                </c:pt>
                <c:pt idx="10">
                  <c:v>81.154399999999995</c:v>
                </c:pt>
                <c:pt idx="11">
                  <c:v>90.286799999999999</c:v>
                </c:pt>
                <c:pt idx="12">
                  <c:v>98.923599999999993</c:v>
                </c:pt>
                <c:pt idx="13">
                  <c:v>107.77</c:v>
                </c:pt>
                <c:pt idx="14">
                  <c:v>115.922</c:v>
                </c:pt>
                <c:pt idx="15">
                  <c:v>125.532</c:v>
                </c:pt>
                <c:pt idx="16">
                  <c:v>133.91900000000001</c:v>
                </c:pt>
                <c:pt idx="17">
                  <c:v>158.34700000000001</c:v>
                </c:pt>
                <c:pt idx="18">
                  <c:v>160.751</c:v>
                </c:pt>
                <c:pt idx="19">
                  <c:v>168.61</c:v>
                </c:pt>
                <c:pt idx="20">
                  <c:v>175.28899999999999</c:v>
                </c:pt>
                <c:pt idx="21">
                  <c:v>186.10400000000001</c:v>
                </c:pt>
                <c:pt idx="22">
                  <c:v>198.012</c:v>
                </c:pt>
                <c:pt idx="23">
                  <c:v>205.90899999999999</c:v>
                </c:pt>
                <c:pt idx="24">
                  <c:v>210.33600000000001</c:v>
                </c:pt>
                <c:pt idx="25">
                  <c:v>241.69300000000001</c:v>
                </c:pt>
                <c:pt idx="26">
                  <c:v>233.726</c:v>
                </c:pt>
                <c:pt idx="27">
                  <c:v>237.73599999999999</c:v>
                </c:pt>
                <c:pt idx="28">
                  <c:v>247.53299999999999</c:v>
                </c:pt>
                <c:pt idx="29">
                  <c:v>260.84300000000002</c:v>
                </c:pt>
                <c:pt idx="30">
                  <c:v>270.29899999999998</c:v>
                </c:pt>
                <c:pt idx="31">
                  <c:v>281.24599999999998</c:v>
                </c:pt>
                <c:pt idx="32">
                  <c:v>280.947</c:v>
                </c:pt>
                <c:pt idx="33">
                  <c:v>292.47300000000001</c:v>
                </c:pt>
                <c:pt idx="34">
                  <c:v>314.76100000000002</c:v>
                </c:pt>
                <c:pt idx="35">
                  <c:v>341.33100000000002</c:v>
                </c:pt>
                <c:pt idx="36">
                  <c:v>354.46199999999999</c:v>
                </c:pt>
                <c:pt idx="37">
                  <c:v>337.495</c:v>
                </c:pt>
                <c:pt idx="38">
                  <c:v>351.72399999999999</c:v>
                </c:pt>
                <c:pt idx="39">
                  <c:v>346.90100000000001</c:v>
                </c:pt>
                <c:pt idx="40">
                  <c:v>370.02100000000002</c:v>
                </c:pt>
                <c:pt idx="41">
                  <c:v>386.06299999999999</c:v>
                </c:pt>
                <c:pt idx="42">
                  <c:v>379.99599999999998</c:v>
                </c:pt>
                <c:pt idx="43">
                  <c:v>396.09300000000002</c:v>
                </c:pt>
                <c:pt idx="44">
                  <c:v>407.58499999999998</c:v>
                </c:pt>
                <c:pt idx="45">
                  <c:v>419.09300000000002</c:v>
                </c:pt>
                <c:pt idx="46">
                  <c:v>422.94099999999997</c:v>
                </c:pt>
                <c:pt idx="47">
                  <c:v>428.303</c:v>
                </c:pt>
                <c:pt idx="48">
                  <c:v>443.18700000000001</c:v>
                </c:pt>
                <c:pt idx="49">
                  <c:v>446.49900000000002</c:v>
                </c:pt>
                <c:pt idx="50">
                  <c:v>459.11900000000003</c:v>
                </c:pt>
                <c:pt idx="51">
                  <c:v>463.858</c:v>
                </c:pt>
                <c:pt idx="52">
                  <c:v>479.988</c:v>
                </c:pt>
                <c:pt idx="53">
                  <c:v>498.85</c:v>
                </c:pt>
                <c:pt idx="54">
                  <c:v>495.22899999999998</c:v>
                </c:pt>
                <c:pt idx="55">
                  <c:v>503.78800000000001</c:v>
                </c:pt>
                <c:pt idx="56">
                  <c:v>516.80499999999995</c:v>
                </c:pt>
                <c:pt idx="57">
                  <c:v>522.06799999999998</c:v>
                </c:pt>
                <c:pt idx="58">
                  <c:v>530.49099999999999</c:v>
                </c:pt>
                <c:pt idx="59">
                  <c:v>545.54600000000005</c:v>
                </c:pt>
                <c:pt idx="60">
                  <c:v>548.00199999999995</c:v>
                </c:pt>
                <c:pt idx="61">
                  <c:v>568.24800000000005</c:v>
                </c:pt>
                <c:pt idx="62">
                  <c:v>568.61500000000001</c:v>
                </c:pt>
                <c:pt idx="63">
                  <c:v>580.14599999999996</c:v>
                </c:pt>
                <c:pt idx="64">
                  <c:v>591.08299999999997</c:v>
                </c:pt>
                <c:pt idx="65">
                  <c:v>623.54200000000003</c:v>
                </c:pt>
                <c:pt idx="66">
                  <c:v>626.16899999999998</c:v>
                </c:pt>
                <c:pt idx="67">
                  <c:v>628.49800000000005</c:v>
                </c:pt>
                <c:pt idx="68">
                  <c:v>621.73199999999997</c:v>
                </c:pt>
                <c:pt idx="69">
                  <c:v>640.20000000000005</c:v>
                </c:pt>
                <c:pt idx="70">
                  <c:v>636.46799999999996</c:v>
                </c:pt>
                <c:pt idx="71">
                  <c:v>653.81500000000005</c:v>
                </c:pt>
                <c:pt idx="72">
                  <c:v>672.98299999999995</c:v>
                </c:pt>
                <c:pt idx="73">
                  <c:v>689.149</c:v>
                </c:pt>
                <c:pt idx="74">
                  <c:v>697.58</c:v>
                </c:pt>
                <c:pt idx="75">
                  <c:v>711.07899999999995</c:v>
                </c:pt>
                <c:pt idx="76">
                  <c:v>712.60599999999999</c:v>
                </c:pt>
                <c:pt idx="77">
                  <c:v>735.75800000000004</c:v>
                </c:pt>
                <c:pt idx="78">
                  <c:v>734.61800000000005</c:v>
                </c:pt>
                <c:pt idx="79">
                  <c:v>739.30399999999997</c:v>
                </c:pt>
                <c:pt idx="80">
                  <c:v>758.76599999999996</c:v>
                </c:pt>
                <c:pt idx="81">
                  <c:v>755.88599999999997</c:v>
                </c:pt>
                <c:pt idx="82">
                  <c:v>764.35699999999997</c:v>
                </c:pt>
                <c:pt idx="83">
                  <c:v>790.68100000000004</c:v>
                </c:pt>
                <c:pt idx="84">
                  <c:v>787.59400000000005</c:v>
                </c:pt>
                <c:pt idx="85">
                  <c:v>797.68799999999999</c:v>
                </c:pt>
                <c:pt idx="86">
                  <c:v>804.99599999999998</c:v>
                </c:pt>
                <c:pt idx="87">
                  <c:v>823.23599999999999</c:v>
                </c:pt>
                <c:pt idx="88">
                  <c:v>836.875</c:v>
                </c:pt>
                <c:pt idx="89">
                  <c:v>838.26499999999999</c:v>
                </c:pt>
                <c:pt idx="90">
                  <c:v>870.27200000000005</c:v>
                </c:pt>
                <c:pt idx="91">
                  <c:v>865.62300000000005</c:v>
                </c:pt>
                <c:pt idx="92">
                  <c:v>878.18700000000001</c:v>
                </c:pt>
                <c:pt idx="93">
                  <c:v>877.09299999999996</c:v>
                </c:pt>
                <c:pt idx="94">
                  <c:v>887.81600000000003</c:v>
                </c:pt>
                <c:pt idx="95">
                  <c:v>909.75699999999995</c:v>
                </c:pt>
                <c:pt idx="96">
                  <c:v>904.04899999999998</c:v>
                </c:pt>
                <c:pt idx="97">
                  <c:v>922.39099999999996</c:v>
                </c:pt>
                <c:pt idx="98">
                  <c:v>942.31</c:v>
                </c:pt>
                <c:pt idx="99">
                  <c:v>940.197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82-6649-B9CE-0DBDE094F0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hybrid_time_ms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1000</c:v>
                </c:pt>
                <c:pt idx="1">
                  <c:v>101000</c:v>
                </c:pt>
                <c:pt idx="2">
                  <c:v>201000</c:v>
                </c:pt>
                <c:pt idx="3">
                  <c:v>301000</c:v>
                </c:pt>
                <c:pt idx="4">
                  <c:v>401000</c:v>
                </c:pt>
                <c:pt idx="5">
                  <c:v>501000</c:v>
                </c:pt>
                <c:pt idx="6">
                  <c:v>601000</c:v>
                </c:pt>
                <c:pt idx="7">
                  <c:v>701000</c:v>
                </c:pt>
                <c:pt idx="8">
                  <c:v>801000</c:v>
                </c:pt>
                <c:pt idx="9">
                  <c:v>901000</c:v>
                </c:pt>
                <c:pt idx="10">
                  <c:v>1001000</c:v>
                </c:pt>
                <c:pt idx="11">
                  <c:v>1101000</c:v>
                </c:pt>
                <c:pt idx="12">
                  <c:v>1201000</c:v>
                </c:pt>
                <c:pt idx="13">
                  <c:v>1301000</c:v>
                </c:pt>
                <c:pt idx="14">
                  <c:v>1401000</c:v>
                </c:pt>
                <c:pt idx="15">
                  <c:v>1501000</c:v>
                </c:pt>
                <c:pt idx="16">
                  <c:v>1601000</c:v>
                </c:pt>
                <c:pt idx="17">
                  <c:v>1701000</c:v>
                </c:pt>
                <c:pt idx="18">
                  <c:v>1801000</c:v>
                </c:pt>
                <c:pt idx="19">
                  <c:v>1901000</c:v>
                </c:pt>
                <c:pt idx="20">
                  <c:v>2001000</c:v>
                </c:pt>
                <c:pt idx="21">
                  <c:v>2101000</c:v>
                </c:pt>
                <c:pt idx="22">
                  <c:v>2201000</c:v>
                </c:pt>
                <c:pt idx="23">
                  <c:v>2301000</c:v>
                </c:pt>
                <c:pt idx="24">
                  <c:v>2401000</c:v>
                </c:pt>
                <c:pt idx="25">
                  <c:v>2501000</c:v>
                </c:pt>
                <c:pt idx="26">
                  <c:v>2601000</c:v>
                </c:pt>
                <c:pt idx="27">
                  <c:v>2701000</c:v>
                </c:pt>
                <c:pt idx="28">
                  <c:v>2801000</c:v>
                </c:pt>
                <c:pt idx="29">
                  <c:v>2901000</c:v>
                </c:pt>
                <c:pt idx="30">
                  <c:v>3001000</c:v>
                </c:pt>
                <c:pt idx="31">
                  <c:v>3101000</c:v>
                </c:pt>
                <c:pt idx="32">
                  <c:v>3201000</c:v>
                </c:pt>
                <c:pt idx="33">
                  <c:v>3301000</c:v>
                </c:pt>
                <c:pt idx="34">
                  <c:v>3401000</c:v>
                </c:pt>
                <c:pt idx="35">
                  <c:v>3501000</c:v>
                </c:pt>
                <c:pt idx="36">
                  <c:v>3601000</c:v>
                </c:pt>
                <c:pt idx="37">
                  <c:v>3701000</c:v>
                </c:pt>
                <c:pt idx="38">
                  <c:v>3801000</c:v>
                </c:pt>
                <c:pt idx="39">
                  <c:v>3901000</c:v>
                </c:pt>
                <c:pt idx="40">
                  <c:v>4001000</c:v>
                </c:pt>
                <c:pt idx="41">
                  <c:v>4101000</c:v>
                </c:pt>
                <c:pt idx="42">
                  <c:v>4201000</c:v>
                </c:pt>
                <c:pt idx="43">
                  <c:v>4301000</c:v>
                </c:pt>
                <c:pt idx="44">
                  <c:v>4401000</c:v>
                </c:pt>
                <c:pt idx="45">
                  <c:v>4501000</c:v>
                </c:pt>
                <c:pt idx="46">
                  <c:v>4601000</c:v>
                </c:pt>
                <c:pt idx="47">
                  <c:v>4701000</c:v>
                </c:pt>
                <c:pt idx="48">
                  <c:v>4801000</c:v>
                </c:pt>
                <c:pt idx="49">
                  <c:v>4901000</c:v>
                </c:pt>
                <c:pt idx="50">
                  <c:v>5001000</c:v>
                </c:pt>
                <c:pt idx="51">
                  <c:v>5101000</c:v>
                </c:pt>
                <c:pt idx="52">
                  <c:v>5201000</c:v>
                </c:pt>
                <c:pt idx="53">
                  <c:v>5301000</c:v>
                </c:pt>
                <c:pt idx="54">
                  <c:v>5401000</c:v>
                </c:pt>
                <c:pt idx="55">
                  <c:v>5501000</c:v>
                </c:pt>
                <c:pt idx="56">
                  <c:v>5601000</c:v>
                </c:pt>
                <c:pt idx="57">
                  <c:v>5701000</c:v>
                </c:pt>
                <c:pt idx="58">
                  <c:v>5801000</c:v>
                </c:pt>
                <c:pt idx="59">
                  <c:v>5901000</c:v>
                </c:pt>
                <c:pt idx="60">
                  <c:v>6001000</c:v>
                </c:pt>
                <c:pt idx="61">
                  <c:v>6101000</c:v>
                </c:pt>
                <c:pt idx="62">
                  <c:v>6201000</c:v>
                </c:pt>
                <c:pt idx="63">
                  <c:v>6301000</c:v>
                </c:pt>
                <c:pt idx="64">
                  <c:v>6401000</c:v>
                </c:pt>
                <c:pt idx="65">
                  <c:v>6501000</c:v>
                </c:pt>
                <c:pt idx="66">
                  <c:v>6601000</c:v>
                </c:pt>
                <c:pt idx="67">
                  <c:v>6701000</c:v>
                </c:pt>
                <c:pt idx="68">
                  <c:v>6801000</c:v>
                </c:pt>
                <c:pt idx="69">
                  <c:v>6901000</c:v>
                </c:pt>
                <c:pt idx="70">
                  <c:v>7001000</c:v>
                </c:pt>
                <c:pt idx="71">
                  <c:v>7101000</c:v>
                </c:pt>
                <c:pt idx="72">
                  <c:v>7201000</c:v>
                </c:pt>
                <c:pt idx="73">
                  <c:v>7301000</c:v>
                </c:pt>
                <c:pt idx="74">
                  <c:v>7401000</c:v>
                </c:pt>
                <c:pt idx="75">
                  <c:v>7501000</c:v>
                </c:pt>
                <c:pt idx="76">
                  <c:v>7601000</c:v>
                </c:pt>
                <c:pt idx="77">
                  <c:v>7701000</c:v>
                </c:pt>
                <c:pt idx="78">
                  <c:v>7801000</c:v>
                </c:pt>
                <c:pt idx="79">
                  <c:v>7901000</c:v>
                </c:pt>
                <c:pt idx="80">
                  <c:v>8001000</c:v>
                </c:pt>
                <c:pt idx="81">
                  <c:v>8101000</c:v>
                </c:pt>
                <c:pt idx="82">
                  <c:v>8201000</c:v>
                </c:pt>
                <c:pt idx="83">
                  <c:v>8301000</c:v>
                </c:pt>
                <c:pt idx="84">
                  <c:v>8401000</c:v>
                </c:pt>
                <c:pt idx="85">
                  <c:v>8501000</c:v>
                </c:pt>
                <c:pt idx="86">
                  <c:v>8601000</c:v>
                </c:pt>
                <c:pt idx="87">
                  <c:v>8701000</c:v>
                </c:pt>
                <c:pt idx="88">
                  <c:v>8801000</c:v>
                </c:pt>
                <c:pt idx="89">
                  <c:v>8901000</c:v>
                </c:pt>
                <c:pt idx="90">
                  <c:v>9001000</c:v>
                </c:pt>
                <c:pt idx="91">
                  <c:v>9101000</c:v>
                </c:pt>
                <c:pt idx="92">
                  <c:v>9201000</c:v>
                </c:pt>
                <c:pt idx="93">
                  <c:v>9301000</c:v>
                </c:pt>
                <c:pt idx="94">
                  <c:v>9401000</c:v>
                </c:pt>
                <c:pt idx="95">
                  <c:v>9501000</c:v>
                </c:pt>
                <c:pt idx="96">
                  <c:v>9601000</c:v>
                </c:pt>
                <c:pt idx="97">
                  <c:v>9701000</c:v>
                </c:pt>
                <c:pt idx="98">
                  <c:v>9801000</c:v>
                </c:pt>
                <c:pt idx="99">
                  <c:v>9901000</c:v>
                </c:pt>
              </c:numCache>
            </c:num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4.5996000000000002E-2</c:v>
                </c:pt>
                <c:pt idx="1">
                  <c:v>8.60717</c:v>
                </c:pt>
                <c:pt idx="2">
                  <c:v>18.228300000000001</c:v>
                </c:pt>
                <c:pt idx="3">
                  <c:v>28.8659</c:v>
                </c:pt>
                <c:pt idx="4">
                  <c:v>37.8215</c:v>
                </c:pt>
                <c:pt idx="5">
                  <c:v>47.436</c:v>
                </c:pt>
                <c:pt idx="6">
                  <c:v>59.106299999999997</c:v>
                </c:pt>
                <c:pt idx="7">
                  <c:v>68.678399999999996</c:v>
                </c:pt>
                <c:pt idx="8">
                  <c:v>52.842599999999997</c:v>
                </c:pt>
                <c:pt idx="9">
                  <c:v>59.945999999999998</c:v>
                </c:pt>
                <c:pt idx="10">
                  <c:v>68.218699999999998</c:v>
                </c:pt>
                <c:pt idx="11">
                  <c:v>75.087699999999998</c:v>
                </c:pt>
                <c:pt idx="12">
                  <c:v>81.737899999999996</c:v>
                </c:pt>
                <c:pt idx="13">
                  <c:v>91.512900000000002</c:v>
                </c:pt>
                <c:pt idx="14">
                  <c:v>95.861400000000003</c:v>
                </c:pt>
                <c:pt idx="15">
                  <c:v>104.194</c:v>
                </c:pt>
                <c:pt idx="16">
                  <c:v>117.155</c:v>
                </c:pt>
                <c:pt idx="17">
                  <c:v>126.182</c:v>
                </c:pt>
                <c:pt idx="18">
                  <c:v>130.78299999999999</c:v>
                </c:pt>
                <c:pt idx="19">
                  <c:v>136.88900000000001</c:v>
                </c:pt>
                <c:pt idx="20">
                  <c:v>148.26</c:v>
                </c:pt>
                <c:pt idx="21">
                  <c:v>160.32</c:v>
                </c:pt>
                <c:pt idx="22">
                  <c:v>164.36</c:v>
                </c:pt>
                <c:pt idx="23">
                  <c:v>181.93</c:v>
                </c:pt>
                <c:pt idx="24">
                  <c:v>193.25899999999999</c:v>
                </c:pt>
                <c:pt idx="25">
                  <c:v>186.86799999999999</c:v>
                </c:pt>
                <c:pt idx="26">
                  <c:v>198.47499999999999</c:v>
                </c:pt>
                <c:pt idx="27">
                  <c:v>201.613</c:v>
                </c:pt>
                <c:pt idx="28">
                  <c:v>208.929</c:v>
                </c:pt>
                <c:pt idx="29">
                  <c:v>222.58099999999999</c:v>
                </c:pt>
                <c:pt idx="30">
                  <c:v>225.41499999999999</c:v>
                </c:pt>
                <c:pt idx="31">
                  <c:v>229.66200000000001</c:v>
                </c:pt>
                <c:pt idx="32">
                  <c:v>246.398</c:v>
                </c:pt>
                <c:pt idx="33">
                  <c:v>253.52199999999999</c:v>
                </c:pt>
                <c:pt idx="34">
                  <c:v>280.23</c:v>
                </c:pt>
                <c:pt idx="35">
                  <c:v>285.01600000000002</c:v>
                </c:pt>
                <c:pt idx="36">
                  <c:v>276.85899999999998</c:v>
                </c:pt>
                <c:pt idx="37">
                  <c:v>279.53800000000001</c:v>
                </c:pt>
                <c:pt idx="38">
                  <c:v>291.07499999999999</c:v>
                </c:pt>
                <c:pt idx="39">
                  <c:v>290.68</c:v>
                </c:pt>
                <c:pt idx="40">
                  <c:v>313.62299999999999</c:v>
                </c:pt>
                <c:pt idx="41">
                  <c:v>312.39299999999997</c:v>
                </c:pt>
                <c:pt idx="42">
                  <c:v>326</c:v>
                </c:pt>
                <c:pt idx="43">
                  <c:v>342.88200000000001</c:v>
                </c:pt>
                <c:pt idx="44">
                  <c:v>352.16800000000001</c:v>
                </c:pt>
                <c:pt idx="45">
                  <c:v>362.41500000000002</c:v>
                </c:pt>
                <c:pt idx="46">
                  <c:v>356.80900000000003</c:v>
                </c:pt>
                <c:pt idx="47">
                  <c:v>368.93900000000002</c:v>
                </c:pt>
                <c:pt idx="48">
                  <c:v>375.89</c:v>
                </c:pt>
                <c:pt idx="49">
                  <c:v>383.14499999999998</c:v>
                </c:pt>
                <c:pt idx="50">
                  <c:v>389.32499999999999</c:v>
                </c:pt>
                <c:pt idx="51">
                  <c:v>399.48500000000001</c:v>
                </c:pt>
                <c:pt idx="52">
                  <c:v>409.66500000000002</c:v>
                </c:pt>
                <c:pt idx="53">
                  <c:v>412.63900000000001</c:v>
                </c:pt>
                <c:pt idx="54">
                  <c:v>422.14600000000002</c:v>
                </c:pt>
                <c:pt idx="55">
                  <c:v>433.48399999999998</c:v>
                </c:pt>
                <c:pt idx="56">
                  <c:v>437.93099999999998</c:v>
                </c:pt>
                <c:pt idx="57">
                  <c:v>446.85</c:v>
                </c:pt>
                <c:pt idx="58">
                  <c:v>457.13200000000001</c:v>
                </c:pt>
                <c:pt idx="59">
                  <c:v>459.52600000000001</c:v>
                </c:pt>
                <c:pt idx="60">
                  <c:v>467.61700000000002</c:v>
                </c:pt>
                <c:pt idx="61">
                  <c:v>490.08199999999999</c:v>
                </c:pt>
                <c:pt idx="62">
                  <c:v>483.10700000000003</c:v>
                </c:pt>
                <c:pt idx="63">
                  <c:v>495.05099999999999</c:v>
                </c:pt>
                <c:pt idx="64">
                  <c:v>536.12400000000002</c:v>
                </c:pt>
                <c:pt idx="65">
                  <c:v>524.51300000000003</c:v>
                </c:pt>
                <c:pt idx="66">
                  <c:v>517.91099999999994</c:v>
                </c:pt>
                <c:pt idx="67">
                  <c:v>539.947</c:v>
                </c:pt>
                <c:pt idx="68">
                  <c:v>524.68399999999997</c:v>
                </c:pt>
                <c:pt idx="69">
                  <c:v>530.25400000000002</c:v>
                </c:pt>
                <c:pt idx="70">
                  <c:v>546.59</c:v>
                </c:pt>
                <c:pt idx="71">
                  <c:v>552.52200000000005</c:v>
                </c:pt>
                <c:pt idx="72">
                  <c:v>567.30100000000004</c:v>
                </c:pt>
                <c:pt idx="73">
                  <c:v>591.85500000000002</c:v>
                </c:pt>
                <c:pt idx="74">
                  <c:v>598.66499999999996</c:v>
                </c:pt>
                <c:pt idx="75">
                  <c:v>587.10199999999998</c:v>
                </c:pt>
                <c:pt idx="76">
                  <c:v>616.774</c:v>
                </c:pt>
                <c:pt idx="77">
                  <c:v>629.19600000000003</c:v>
                </c:pt>
                <c:pt idx="78">
                  <c:v>623.03599999999994</c:v>
                </c:pt>
                <c:pt idx="79">
                  <c:v>629.83600000000001</c:v>
                </c:pt>
                <c:pt idx="80">
                  <c:v>640.93700000000001</c:v>
                </c:pt>
                <c:pt idx="81">
                  <c:v>643.02700000000004</c:v>
                </c:pt>
                <c:pt idx="82">
                  <c:v>652.38199999999995</c:v>
                </c:pt>
                <c:pt idx="83">
                  <c:v>666.18200000000002</c:v>
                </c:pt>
                <c:pt idx="84">
                  <c:v>674.41800000000001</c:v>
                </c:pt>
                <c:pt idx="85">
                  <c:v>692.40899999999999</c:v>
                </c:pt>
                <c:pt idx="86">
                  <c:v>703.11500000000001</c:v>
                </c:pt>
                <c:pt idx="87">
                  <c:v>719.56200000000001</c:v>
                </c:pt>
                <c:pt idx="88">
                  <c:v>724.43600000000004</c:v>
                </c:pt>
                <c:pt idx="89">
                  <c:v>738.07299999999998</c:v>
                </c:pt>
                <c:pt idx="90">
                  <c:v>759.44299999999998</c:v>
                </c:pt>
                <c:pt idx="91">
                  <c:v>768.77599999999995</c:v>
                </c:pt>
                <c:pt idx="92">
                  <c:v>744.66300000000001</c:v>
                </c:pt>
                <c:pt idx="93">
                  <c:v>763.81700000000001</c:v>
                </c:pt>
                <c:pt idx="94">
                  <c:v>777.423</c:v>
                </c:pt>
                <c:pt idx="95">
                  <c:v>783.89200000000005</c:v>
                </c:pt>
                <c:pt idx="96">
                  <c:v>814.94399999999996</c:v>
                </c:pt>
                <c:pt idx="97">
                  <c:v>790.82799999999997</c:v>
                </c:pt>
                <c:pt idx="98">
                  <c:v>802.73299999999995</c:v>
                </c:pt>
                <c:pt idx="99">
                  <c:v>811.51199999999994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82-6649-B9CE-0DBDE094F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307024"/>
        <c:axId val="191269055"/>
      </c:lineChart>
      <c:catAx>
        <c:axId val="1351307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endParaRPr lang="en-US"/>
          </a:p>
        </c:txPr>
        <c:crossAx val="191269055"/>
        <c:crosses val="autoZero"/>
        <c:auto val="1"/>
        <c:lblAlgn val="ctr"/>
        <c:lblOffset val="100"/>
        <c:noMultiLvlLbl val="0"/>
      </c:catAx>
      <c:valAx>
        <c:axId val="191269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halkboard SE" panose="03050602040202020205" pitchFamily="66" charset="77"/>
                <a:ea typeface="+mn-ea"/>
                <a:cs typeface="+mn-cs"/>
              </a:defRPr>
            </a:pPr>
            <a:endParaRPr lang="en-US"/>
          </a:p>
        </c:txPr>
        <c:crossAx val="135130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merge_kc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1000</c:v>
                </c:pt>
                <c:pt idx="1">
                  <c:v>101000</c:v>
                </c:pt>
                <c:pt idx="2">
                  <c:v>201000</c:v>
                </c:pt>
                <c:pt idx="3">
                  <c:v>301000</c:v>
                </c:pt>
                <c:pt idx="4">
                  <c:v>401000</c:v>
                </c:pt>
                <c:pt idx="5">
                  <c:v>501000</c:v>
                </c:pt>
                <c:pt idx="6">
                  <c:v>601000</c:v>
                </c:pt>
                <c:pt idx="7">
                  <c:v>701000</c:v>
                </c:pt>
                <c:pt idx="8">
                  <c:v>801000</c:v>
                </c:pt>
                <c:pt idx="9">
                  <c:v>901000</c:v>
                </c:pt>
                <c:pt idx="10">
                  <c:v>1001000</c:v>
                </c:pt>
                <c:pt idx="11">
                  <c:v>1101000</c:v>
                </c:pt>
                <c:pt idx="12">
                  <c:v>1201000</c:v>
                </c:pt>
                <c:pt idx="13">
                  <c:v>1301000</c:v>
                </c:pt>
                <c:pt idx="14">
                  <c:v>1401000</c:v>
                </c:pt>
                <c:pt idx="15">
                  <c:v>1501000</c:v>
                </c:pt>
                <c:pt idx="16">
                  <c:v>1601000</c:v>
                </c:pt>
                <c:pt idx="17">
                  <c:v>1701000</c:v>
                </c:pt>
                <c:pt idx="18">
                  <c:v>1801000</c:v>
                </c:pt>
                <c:pt idx="19">
                  <c:v>1901000</c:v>
                </c:pt>
                <c:pt idx="20">
                  <c:v>2001000</c:v>
                </c:pt>
                <c:pt idx="21">
                  <c:v>2101000</c:v>
                </c:pt>
                <c:pt idx="22">
                  <c:v>2201000</c:v>
                </c:pt>
                <c:pt idx="23">
                  <c:v>2301000</c:v>
                </c:pt>
                <c:pt idx="24">
                  <c:v>2401000</c:v>
                </c:pt>
                <c:pt idx="25">
                  <c:v>2501000</c:v>
                </c:pt>
                <c:pt idx="26">
                  <c:v>2601000</c:v>
                </c:pt>
                <c:pt idx="27">
                  <c:v>2701000</c:v>
                </c:pt>
                <c:pt idx="28">
                  <c:v>2801000</c:v>
                </c:pt>
                <c:pt idx="29">
                  <c:v>2901000</c:v>
                </c:pt>
                <c:pt idx="30">
                  <c:v>3001000</c:v>
                </c:pt>
                <c:pt idx="31">
                  <c:v>3101000</c:v>
                </c:pt>
                <c:pt idx="32">
                  <c:v>3201000</c:v>
                </c:pt>
                <c:pt idx="33">
                  <c:v>3301000</c:v>
                </c:pt>
                <c:pt idx="34">
                  <c:v>3401000</c:v>
                </c:pt>
                <c:pt idx="35">
                  <c:v>3501000</c:v>
                </c:pt>
                <c:pt idx="36">
                  <c:v>3601000</c:v>
                </c:pt>
                <c:pt idx="37">
                  <c:v>3701000</c:v>
                </c:pt>
                <c:pt idx="38">
                  <c:v>3801000</c:v>
                </c:pt>
                <c:pt idx="39">
                  <c:v>3901000</c:v>
                </c:pt>
                <c:pt idx="40">
                  <c:v>4001000</c:v>
                </c:pt>
                <c:pt idx="41">
                  <c:v>4101000</c:v>
                </c:pt>
                <c:pt idx="42">
                  <c:v>4201000</c:v>
                </c:pt>
                <c:pt idx="43">
                  <c:v>4301000</c:v>
                </c:pt>
                <c:pt idx="44">
                  <c:v>4401000</c:v>
                </c:pt>
                <c:pt idx="45">
                  <c:v>4501000</c:v>
                </c:pt>
                <c:pt idx="46">
                  <c:v>4601000</c:v>
                </c:pt>
                <c:pt idx="47">
                  <c:v>4701000</c:v>
                </c:pt>
                <c:pt idx="48">
                  <c:v>4801000</c:v>
                </c:pt>
                <c:pt idx="49">
                  <c:v>4901000</c:v>
                </c:pt>
                <c:pt idx="50">
                  <c:v>5001000</c:v>
                </c:pt>
                <c:pt idx="51">
                  <c:v>5101000</c:v>
                </c:pt>
                <c:pt idx="52">
                  <c:v>5201000</c:v>
                </c:pt>
                <c:pt idx="53">
                  <c:v>5301000</c:v>
                </c:pt>
                <c:pt idx="54">
                  <c:v>5401000</c:v>
                </c:pt>
                <c:pt idx="55">
                  <c:v>5501000</c:v>
                </c:pt>
                <c:pt idx="56">
                  <c:v>5601000</c:v>
                </c:pt>
                <c:pt idx="57">
                  <c:v>5701000</c:v>
                </c:pt>
                <c:pt idx="58">
                  <c:v>5801000</c:v>
                </c:pt>
                <c:pt idx="59">
                  <c:v>5901000</c:v>
                </c:pt>
                <c:pt idx="60">
                  <c:v>6001000</c:v>
                </c:pt>
                <c:pt idx="61">
                  <c:v>6101000</c:v>
                </c:pt>
                <c:pt idx="62">
                  <c:v>6201000</c:v>
                </c:pt>
                <c:pt idx="63">
                  <c:v>6301000</c:v>
                </c:pt>
                <c:pt idx="64">
                  <c:v>6401000</c:v>
                </c:pt>
                <c:pt idx="65">
                  <c:v>6501000</c:v>
                </c:pt>
                <c:pt idx="66">
                  <c:v>6601000</c:v>
                </c:pt>
                <c:pt idx="67">
                  <c:v>6701000</c:v>
                </c:pt>
                <c:pt idx="68">
                  <c:v>6801000</c:v>
                </c:pt>
                <c:pt idx="69">
                  <c:v>6901000</c:v>
                </c:pt>
                <c:pt idx="70">
                  <c:v>7001000</c:v>
                </c:pt>
                <c:pt idx="71">
                  <c:v>7101000</c:v>
                </c:pt>
                <c:pt idx="72">
                  <c:v>7201000</c:v>
                </c:pt>
                <c:pt idx="73">
                  <c:v>7301000</c:v>
                </c:pt>
                <c:pt idx="74">
                  <c:v>7401000</c:v>
                </c:pt>
                <c:pt idx="75">
                  <c:v>7501000</c:v>
                </c:pt>
                <c:pt idx="76">
                  <c:v>7601000</c:v>
                </c:pt>
                <c:pt idx="77">
                  <c:v>7701000</c:v>
                </c:pt>
                <c:pt idx="78">
                  <c:v>7801000</c:v>
                </c:pt>
                <c:pt idx="79">
                  <c:v>7901000</c:v>
                </c:pt>
                <c:pt idx="80">
                  <c:v>8001000</c:v>
                </c:pt>
                <c:pt idx="81">
                  <c:v>8101000</c:v>
                </c:pt>
                <c:pt idx="82">
                  <c:v>8201000</c:v>
                </c:pt>
                <c:pt idx="83">
                  <c:v>8301000</c:v>
                </c:pt>
                <c:pt idx="84">
                  <c:v>8401000</c:v>
                </c:pt>
                <c:pt idx="85">
                  <c:v>8501000</c:v>
                </c:pt>
                <c:pt idx="86">
                  <c:v>8601000</c:v>
                </c:pt>
                <c:pt idx="87">
                  <c:v>8701000</c:v>
                </c:pt>
                <c:pt idx="88">
                  <c:v>8801000</c:v>
                </c:pt>
                <c:pt idx="89">
                  <c:v>8901000</c:v>
                </c:pt>
                <c:pt idx="90">
                  <c:v>9001000</c:v>
                </c:pt>
                <c:pt idx="91">
                  <c:v>9101000</c:v>
                </c:pt>
                <c:pt idx="92">
                  <c:v>9201000</c:v>
                </c:pt>
                <c:pt idx="93">
                  <c:v>9301000</c:v>
                </c:pt>
                <c:pt idx="94">
                  <c:v>9401000</c:v>
                </c:pt>
                <c:pt idx="95">
                  <c:v>9501000</c:v>
                </c:pt>
                <c:pt idx="96">
                  <c:v>9601000</c:v>
                </c:pt>
                <c:pt idx="97">
                  <c:v>9701000</c:v>
                </c:pt>
                <c:pt idx="98">
                  <c:v>9801000</c:v>
                </c:pt>
                <c:pt idx="99">
                  <c:v>9901000</c:v>
                </c:pt>
              </c:numCache>
            </c:num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8696</c:v>
                </c:pt>
                <c:pt idx="1">
                  <c:v>1553481</c:v>
                </c:pt>
                <c:pt idx="2">
                  <c:v>3290295</c:v>
                </c:pt>
                <c:pt idx="3">
                  <c:v>5103039</c:v>
                </c:pt>
                <c:pt idx="4">
                  <c:v>6963866</c:v>
                </c:pt>
                <c:pt idx="5">
                  <c:v>8855613</c:v>
                </c:pt>
                <c:pt idx="6">
                  <c:v>10788940</c:v>
                </c:pt>
                <c:pt idx="7">
                  <c:v>12743298</c:v>
                </c:pt>
                <c:pt idx="8">
                  <c:v>14710424</c:v>
                </c:pt>
                <c:pt idx="9">
                  <c:v>16697447</c:v>
                </c:pt>
                <c:pt idx="10">
                  <c:v>18693319</c:v>
                </c:pt>
                <c:pt idx="11">
                  <c:v>20714896</c:v>
                </c:pt>
                <c:pt idx="12">
                  <c:v>22759091</c:v>
                </c:pt>
                <c:pt idx="13">
                  <c:v>24807849</c:v>
                </c:pt>
                <c:pt idx="14">
                  <c:v>26866578</c:v>
                </c:pt>
                <c:pt idx="15">
                  <c:v>28930150</c:v>
                </c:pt>
                <c:pt idx="16">
                  <c:v>31002263</c:v>
                </c:pt>
                <c:pt idx="17">
                  <c:v>33087407</c:v>
                </c:pt>
                <c:pt idx="18">
                  <c:v>35176904</c:v>
                </c:pt>
                <c:pt idx="19">
                  <c:v>37271221</c:v>
                </c:pt>
                <c:pt idx="20">
                  <c:v>39370193</c:v>
                </c:pt>
                <c:pt idx="21">
                  <c:v>41471189</c:v>
                </c:pt>
                <c:pt idx="22">
                  <c:v>43612131</c:v>
                </c:pt>
                <c:pt idx="23">
                  <c:v>45753549</c:v>
                </c:pt>
                <c:pt idx="24">
                  <c:v>47897505</c:v>
                </c:pt>
                <c:pt idx="25">
                  <c:v>50045958</c:v>
                </c:pt>
                <c:pt idx="26">
                  <c:v>52196549</c:v>
                </c:pt>
                <c:pt idx="27">
                  <c:v>54355357</c:v>
                </c:pt>
                <c:pt idx="28">
                  <c:v>56515901</c:v>
                </c:pt>
                <c:pt idx="29">
                  <c:v>58678334</c:v>
                </c:pt>
                <c:pt idx="30">
                  <c:v>60843083</c:v>
                </c:pt>
                <c:pt idx="31">
                  <c:v>63011023</c:v>
                </c:pt>
                <c:pt idx="32">
                  <c:v>65186370</c:v>
                </c:pt>
                <c:pt idx="33">
                  <c:v>67371758</c:v>
                </c:pt>
                <c:pt idx="34">
                  <c:v>69559717</c:v>
                </c:pt>
                <c:pt idx="35">
                  <c:v>71745592</c:v>
                </c:pt>
                <c:pt idx="36">
                  <c:v>73935729</c:v>
                </c:pt>
                <c:pt idx="37">
                  <c:v>76127553</c:v>
                </c:pt>
                <c:pt idx="38">
                  <c:v>78324230</c:v>
                </c:pt>
                <c:pt idx="39">
                  <c:v>80520360</c:v>
                </c:pt>
                <c:pt idx="40">
                  <c:v>82718829</c:v>
                </c:pt>
                <c:pt idx="41">
                  <c:v>84919512</c:v>
                </c:pt>
                <c:pt idx="42">
                  <c:v>87122328</c:v>
                </c:pt>
                <c:pt idx="43">
                  <c:v>89361763</c:v>
                </c:pt>
                <c:pt idx="44">
                  <c:v>91602523</c:v>
                </c:pt>
                <c:pt idx="45">
                  <c:v>93845070</c:v>
                </c:pt>
                <c:pt idx="46">
                  <c:v>96087270</c:v>
                </c:pt>
                <c:pt idx="47">
                  <c:v>98330700</c:v>
                </c:pt>
                <c:pt idx="48">
                  <c:v>100577035</c:v>
                </c:pt>
                <c:pt idx="49">
                  <c:v>102827392</c:v>
                </c:pt>
                <c:pt idx="50">
                  <c:v>105072620</c:v>
                </c:pt>
                <c:pt idx="51">
                  <c:v>107324520</c:v>
                </c:pt>
                <c:pt idx="52">
                  <c:v>109572651</c:v>
                </c:pt>
                <c:pt idx="53">
                  <c:v>111827813</c:v>
                </c:pt>
                <c:pt idx="54">
                  <c:v>114087468</c:v>
                </c:pt>
                <c:pt idx="55">
                  <c:v>116349432</c:v>
                </c:pt>
                <c:pt idx="56">
                  <c:v>118609349</c:v>
                </c:pt>
                <c:pt idx="57">
                  <c:v>120870782</c:v>
                </c:pt>
                <c:pt idx="58">
                  <c:v>123134950</c:v>
                </c:pt>
                <c:pt idx="59">
                  <c:v>125398599</c:v>
                </c:pt>
                <c:pt idx="60">
                  <c:v>127664352</c:v>
                </c:pt>
                <c:pt idx="61">
                  <c:v>129931510</c:v>
                </c:pt>
                <c:pt idx="62">
                  <c:v>132197926</c:v>
                </c:pt>
                <c:pt idx="63">
                  <c:v>134465380</c:v>
                </c:pt>
                <c:pt idx="64">
                  <c:v>136749713</c:v>
                </c:pt>
                <c:pt idx="65">
                  <c:v>139035960</c:v>
                </c:pt>
                <c:pt idx="66">
                  <c:v>141318462</c:v>
                </c:pt>
                <c:pt idx="67">
                  <c:v>143606292</c:v>
                </c:pt>
                <c:pt idx="68">
                  <c:v>145892665</c:v>
                </c:pt>
                <c:pt idx="69">
                  <c:v>148182006</c:v>
                </c:pt>
                <c:pt idx="70">
                  <c:v>150471684</c:v>
                </c:pt>
                <c:pt idx="71">
                  <c:v>152760329</c:v>
                </c:pt>
                <c:pt idx="72">
                  <c:v>155048975</c:v>
                </c:pt>
                <c:pt idx="73">
                  <c:v>157341368</c:v>
                </c:pt>
                <c:pt idx="74">
                  <c:v>159634469</c:v>
                </c:pt>
                <c:pt idx="75">
                  <c:v>161931613</c:v>
                </c:pt>
                <c:pt idx="76">
                  <c:v>164226265</c:v>
                </c:pt>
                <c:pt idx="77">
                  <c:v>166523322</c:v>
                </c:pt>
                <c:pt idx="78">
                  <c:v>168820476</c:v>
                </c:pt>
                <c:pt idx="79">
                  <c:v>171117563</c:v>
                </c:pt>
                <c:pt idx="80">
                  <c:v>173418362</c:v>
                </c:pt>
                <c:pt idx="81">
                  <c:v>175715559</c:v>
                </c:pt>
                <c:pt idx="82">
                  <c:v>178015721</c:v>
                </c:pt>
                <c:pt idx="83">
                  <c:v>180314757</c:v>
                </c:pt>
                <c:pt idx="84">
                  <c:v>182622091</c:v>
                </c:pt>
                <c:pt idx="85">
                  <c:v>184958570</c:v>
                </c:pt>
                <c:pt idx="86">
                  <c:v>187301761</c:v>
                </c:pt>
                <c:pt idx="87">
                  <c:v>189639734</c:v>
                </c:pt>
                <c:pt idx="88">
                  <c:v>191982764</c:v>
                </c:pt>
                <c:pt idx="89">
                  <c:v>194322356</c:v>
                </c:pt>
                <c:pt idx="90">
                  <c:v>196664829</c:v>
                </c:pt>
                <c:pt idx="91">
                  <c:v>199007899</c:v>
                </c:pt>
                <c:pt idx="92">
                  <c:v>201353667</c:v>
                </c:pt>
                <c:pt idx="93">
                  <c:v>203693860</c:v>
                </c:pt>
                <c:pt idx="94">
                  <c:v>206036445</c:v>
                </c:pt>
                <c:pt idx="95">
                  <c:v>208384682</c:v>
                </c:pt>
                <c:pt idx="96">
                  <c:v>210732813</c:v>
                </c:pt>
                <c:pt idx="97">
                  <c:v>213081451</c:v>
                </c:pt>
                <c:pt idx="98">
                  <c:v>215428063</c:v>
                </c:pt>
                <c:pt idx="99">
                  <c:v>217779430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E6-4943-92FF-C73B8EFBFA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hybrid_kc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1000</c:v>
                </c:pt>
                <c:pt idx="1">
                  <c:v>101000</c:v>
                </c:pt>
                <c:pt idx="2">
                  <c:v>201000</c:v>
                </c:pt>
                <c:pt idx="3">
                  <c:v>301000</c:v>
                </c:pt>
                <c:pt idx="4">
                  <c:v>401000</c:v>
                </c:pt>
                <c:pt idx="5">
                  <c:v>501000</c:v>
                </c:pt>
                <c:pt idx="6">
                  <c:v>601000</c:v>
                </c:pt>
                <c:pt idx="7">
                  <c:v>701000</c:v>
                </c:pt>
                <c:pt idx="8">
                  <c:v>801000</c:v>
                </c:pt>
                <c:pt idx="9">
                  <c:v>901000</c:v>
                </c:pt>
                <c:pt idx="10">
                  <c:v>1001000</c:v>
                </c:pt>
                <c:pt idx="11">
                  <c:v>1101000</c:v>
                </c:pt>
                <c:pt idx="12">
                  <c:v>1201000</c:v>
                </c:pt>
                <c:pt idx="13">
                  <c:v>1301000</c:v>
                </c:pt>
                <c:pt idx="14">
                  <c:v>1401000</c:v>
                </c:pt>
                <c:pt idx="15">
                  <c:v>1501000</c:v>
                </c:pt>
                <c:pt idx="16">
                  <c:v>1601000</c:v>
                </c:pt>
                <c:pt idx="17">
                  <c:v>1701000</c:v>
                </c:pt>
                <c:pt idx="18">
                  <c:v>1801000</c:v>
                </c:pt>
                <c:pt idx="19">
                  <c:v>1901000</c:v>
                </c:pt>
                <c:pt idx="20">
                  <c:v>2001000</c:v>
                </c:pt>
                <c:pt idx="21">
                  <c:v>2101000</c:v>
                </c:pt>
                <c:pt idx="22">
                  <c:v>2201000</c:v>
                </c:pt>
                <c:pt idx="23">
                  <c:v>2301000</c:v>
                </c:pt>
                <c:pt idx="24">
                  <c:v>2401000</c:v>
                </c:pt>
                <c:pt idx="25">
                  <c:v>2501000</c:v>
                </c:pt>
                <c:pt idx="26">
                  <c:v>2601000</c:v>
                </c:pt>
                <c:pt idx="27">
                  <c:v>2701000</c:v>
                </c:pt>
                <c:pt idx="28">
                  <c:v>2801000</c:v>
                </c:pt>
                <c:pt idx="29">
                  <c:v>2901000</c:v>
                </c:pt>
                <c:pt idx="30">
                  <c:v>3001000</c:v>
                </c:pt>
                <c:pt idx="31">
                  <c:v>3101000</c:v>
                </c:pt>
                <c:pt idx="32">
                  <c:v>3201000</c:v>
                </c:pt>
                <c:pt idx="33">
                  <c:v>3301000</c:v>
                </c:pt>
                <c:pt idx="34">
                  <c:v>3401000</c:v>
                </c:pt>
                <c:pt idx="35">
                  <c:v>3501000</c:v>
                </c:pt>
                <c:pt idx="36">
                  <c:v>3601000</c:v>
                </c:pt>
                <c:pt idx="37">
                  <c:v>3701000</c:v>
                </c:pt>
                <c:pt idx="38">
                  <c:v>3801000</c:v>
                </c:pt>
                <c:pt idx="39">
                  <c:v>3901000</c:v>
                </c:pt>
                <c:pt idx="40">
                  <c:v>4001000</c:v>
                </c:pt>
                <c:pt idx="41">
                  <c:v>4101000</c:v>
                </c:pt>
                <c:pt idx="42">
                  <c:v>4201000</c:v>
                </c:pt>
                <c:pt idx="43">
                  <c:v>4301000</c:v>
                </c:pt>
                <c:pt idx="44">
                  <c:v>4401000</c:v>
                </c:pt>
                <c:pt idx="45">
                  <c:v>4501000</c:v>
                </c:pt>
                <c:pt idx="46">
                  <c:v>4601000</c:v>
                </c:pt>
                <c:pt idx="47">
                  <c:v>4701000</c:v>
                </c:pt>
                <c:pt idx="48">
                  <c:v>4801000</c:v>
                </c:pt>
                <c:pt idx="49">
                  <c:v>4901000</c:v>
                </c:pt>
                <c:pt idx="50">
                  <c:v>5001000</c:v>
                </c:pt>
                <c:pt idx="51">
                  <c:v>5101000</c:v>
                </c:pt>
                <c:pt idx="52">
                  <c:v>5201000</c:v>
                </c:pt>
                <c:pt idx="53">
                  <c:v>5301000</c:v>
                </c:pt>
                <c:pt idx="54">
                  <c:v>5401000</c:v>
                </c:pt>
                <c:pt idx="55">
                  <c:v>5501000</c:v>
                </c:pt>
                <c:pt idx="56">
                  <c:v>5601000</c:v>
                </c:pt>
                <c:pt idx="57">
                  <c:v>5701000</c:v>
                </c:pt>
                <c:pt idx="58">
                  <c:v>5801000</c:v>
                </c:pt>
                <c:pt idx="59">
                  <c:v>5901000</c:v>
                </c:pt>
                <c:pt idx="60">
                  <c:v>6001000</c:v>
                </c:pt>
                <c:pt idx="61">
                  <c:v>6101000</c:v>
                </c:pt>
                <c:pt idx="62">
                  <c:v>6201000</c:v>
                </c:pt>
                <c:pt idx="63">
                  <c:v>6301000</c:v>
                </c:pt>
                <c:pt idx="64">
                  <c:v>6401000</c:v>
                </c:pt>
                <c:pt idx="65">
                  <c:v>6501000</c:v>
                </c:pt>
                <c:pt idx="66">
                  <c:v>6601000</c:v>
                </c:pt>
                <c:pt idx="67">
                  <c:v>6701000</c:v>
                </c:pt>
                <c:pt idx="68">
                  <c:v>6801000</c:v>
                </c:pt>
                <c:pt idx="69">
                  <c:v>6901000</c:v>
                </c:pt>
                <c:pt idx="70">
                  <c:v>7001000</c:v>
                </c:pt>
                <c:pt idx="71">
                  <c:v>7101000</c:v>
                </c:pt>
                <c:pt idx="72">
                  <c:v>7201000</c:v>
                </c:pt>
                <c:pt idx="73">
                  <c:v>7301000</c:v>
                </c:pt>
                <c:pt idx="74">
                  <c:v>7401000</c:v>
                </c:pt>
                <c:pt idx="75">
                  <c:v>7501000</c:v>
                </c:pt>
                <c:pt idx="76">
                  <c:v>7601000</c:v>
                </c:pt>
                <c:pt idx="77">
                  <c:v>7701000</c:v>
                </c:pt>
                <c:pt idx="78">
                  <c:v>7801000</c:v>
                </c:pt>
                <c:pt idx="79">
                  <c:v>7901000</c:v>
                </c:pt>
                <c:pt idx="80">
                  <c:v>8001000</c:v>
                </c:pt>
                <c:pt idx="81">
                  <c:v>8101000</c:v>
                </c:pt>
                <c:pt idx="82">
                  <c:v>8201000</c:v>
                </c:pt>
                <c:pt idx="83">
                  <c:v>8301000</c:v>
                </c:pt>
                <c:pt idx="84">
                  <c:v>8401000</c:v>
                </c:pt>
                <c:pt idx="85">
                  <c:v>8501000</c:v>
                </c:pt>
                <c:pt idx="86">
                  <c:v>8601000</c:v>
                </c:pt>
                <c:pt idx="87">
                  <c:v>8701000</c:v>
                </c:pt>
                <c:pt idx="88">
                  <c:v>8801000</c:v>
                </c:pt>
                <c:pt idx="89">
                  <c:v>8901000</c:v>
                </c:pt>
                <c:pt idx="90">
                  <c:v>9001000</c:v>
                </c:pt>
                <c:pt idx="91">
                  <c:v>9101000</c:v>
                </c:pt>
                <c:pt idx="92">
                  <c:v>9201000</c:v>
                </c:pt>
                <c:pt idx="93">
                  <c:v>9301000</c:v>
                </c:pt>
                <c:pt idx="94">
                  <c:v>9401000</c:v>
                </c:pt>
                <c:pt idx="95">
                  <c:v>9501000</c:v>
                </c:pt>
                <c:pt idx="96">
                  <c:v>9601000</c:v>
                </c:pt>
                <c:pt idx="97">
                  <c:v>9701000</c:v>
                </c:pt>
                <c:pt idx="98">
                  <c:v>9801000</c:v>
                </c:pt>
                <c:pt idx="99">
                  <c:v>9901000</c:v>
                </c:pt>
              </c:numCache>
            </c:num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13049</c:v>
                </c:pt>
                <c:pt idx="1">
                  <c:v>1887962</c:v>
                </c:pt>
                <c:pt idx="2">
                  <c:v>3950189</c:v>
                </c:pt>
                <c:pt idx="3">
                  <c:v>5733323</c:v>
                </c:pt>
                <c:pt idx="4">
                  <c:v>8269673</c:v>
                </c:pt>
                <c:pt idx="5">
                  <c:v>11120483</c:v>
                </c:pt>
                <c:pt idx="6">
                  <c:v>12046228</c:v>
                </c:pt>
                <c:pt idx="7">
                  <c:v>14605347</c:v>
                </c:pt>
                <c:pt idx="8">
                  <c:v>17318801</c:v>
                </c:pt>
                <c:pt idx="9">
                  <c:v>20189768</c:v>
                </c:pt>
                <c:pt idx="10">
                  <c:v>23219151</c:v>
                </c:pt>
                <c:pt idx="11">
                  <c:v>22716216</c:v>
                </c:pt>
                <c:pt idx="12">
                  <c:v>25263527</c:v>
                </c:pt>
                <c:pt idx="13">
                  <c:v>27888188</c:v>
                </c:pt>
                <c:pt idx="14">
                  <c:v>30591291</c:v>
                </c:pt>
                <c:pt idx="15">
                  <c:v>33366775</c:v>
                </c:pt>
                <c:pt idx="16">
                  <c:v>36228611</c:v>
                </c:pt>
                <c:pt idx="17">
                  <c:v>39149229</c:v>
                </c:pt>
                <c:pt idx="18">
                  <c:v>42159600</c:v>
                </c:pt>
                <c:pt idx="19">
                  <c:v>45237377</c:v>
                </c:pt>
                <c:pt idx="20">
                  <c:v>48405245</c:v>
                </c:pt>
                <c:pt idx="21">
                  <c:v>51219088</c:v>
                </c:pt>
                <c:pt idx="22">
                  <c:v>47613619</c:v>
                </c:pt>
                <c:pt idx="23">
                  <c:v>50235160</c:v>
                </c:pt>
                <c:pt idx="24">
                  <c:v>52907920</c:v>
                </c:pt>
                <c:pt idx="25">
                  <c:v>55603921</c:v>
                </c:pt>
                <c:pt idx="26">
                  <c:v>58342673</c:v>
                </c:pt>
                <c:pt idx="27">
                  <c:v>61133066</c:v>
                </c:pt>
                <c:pt idx="28">
                  <c:v>63945881</c:v>
                </c:pt>
                <c:pt idx="29">
                  <c:v>66813264</c:v>
                </c:pt>
                <c:pt idx="30">
                  <c:v>69721090</c:v>
                </c:pt>
                <c:pt idx="31">
                  <c:v>72644111</c:v>
                </c:pt>
                <c:pt idx="32">
                  <c:v>75609064</c:v>
                </c:pt>
                <c:pt idx="33">
                  <c:v>78618415</c:v>
                </c:pt>
                <c:pt idx="34">
                  <c:v>81678648</c:v>
                </c:pt>
                <c:pt idx="35">
                  <c:v>84765421</c:v>
                </c:pt>
                <c:pt idx="36">
                  <c:v>87878232</c:v>
                </c:pt>
                <c:pt idx="37">
                  <c:v>91048533</c:v>
                </c:pt>
                <c:pt idx="38">
                  <c:v>94253980</c:v>
                </c:pt>
                <c:pt idx="39">
                  <c:v>97487360</c:v>
                </c:pt>
                <c:pt idx="40">
                  <c:v>100762031</c:v>
                </c:pt>
                <c:pt idx="41">
                  <c:v>104081798</c:v>
                </c:pt>
                <c:pt idx="42">
                  <c:v>106710184</c:v>
                </c:pt>
                <c:pt idx="43">
                  <c:v>99345369</c:v>
                </c:pt>
                <c:pt idx="44">
                  <c:v>99600339</c:v>
                </c:pt>
                <c:pt idx="45">
                  <c:v>102310903</c:v>
                </c:pt>
                <c:pt idx="46">
                  <c:v>105064484</c:v>
                </c:pt>
                <c:pt idx="47">
                  <c:v>107802602</c:v>
                </c:pt>
                <c:pt idx="48">
                  <c:v>110597624</c:v>
                </c:pt>
                <c:pt idx="49">
                  <c:v>113371677</c:v>
                </c:pt>
                <c:pt idx="50">
                  <c:v>116171472</c:v>
                </c:pt>
                <c:pt idx="51">
                  <c:v>119024424</c:v>
                </c:pt>
                <c:pt idx="52">
                  <c:v>121886143</c:v>
                </c:pt>
                <c:pt idx="53">
                  <c:v>124747573</c:v>
                </c:pt>
                <c:pt idx="54">
                  <c:v>127652597</c:v>
                </c:pt>
                <c:pt idx="55">
                  <c:v>130543411</c:v>
                </c:pt>
                <c:pt idx="56">
                  <c:v>133477242</c:v>
                </c:pt>
                <c:pt idx="57">
                  <c:v>136434362</c:v>
                </c:pt>
                <c:pt idx="58">
                  <c:v>139402357</c:v>
                </c:pt>
                <c:pt idx="59">
                  <c:v>142370905</c:v>
                </c:pt>
                <c:pt idx="60">
                  <c:v>145362500</c:v>
                </c:pt>
                <c:pt idx="61">
                  <c:v>148404198</c:v>
                </c:pt>
                <c:pt idx="62">
                  <c:v>151453321</c:v>
                </c:pt>
                <c:pt idx="63">
                  <c:v>154509258</c:v>
                </c:pt>
                <c:pt idx="64">
                  <c:v>157599721</c:v>
                </c:pt>
                <c:pt idx="65">
                  <c:v>160703464</c:v>
                </c:pt>
                <c:pt idx="66">
                  <c:v>163822783</c:v>
                </c:pt>
                <c:pt idx="67">
                  <c:v>166950001</c:v>
                </c:pt>
                <c:pt idx="68">
                  <c:v>170114188</c:v>
                </c:pt>
                <c:pt idx="69">
                  <c:v>173293248</c:v>
                </c:pt>
                <c:pt idx="70">
                  <c:v>176486464</c:v>
                </c:pt>
                <c:pt idx="71">
                  <c:v>179719633</c:v>
                </c:pt>
                <c:pt idx="72">
                  <c:v>182949417</c:v>
                </c:pt>
                <c:pt idx="73">
                  <c:v>186186162</c:v>
                </c:pt>
                <c:pt idx="74">
                  <c:v>189458540</c:v>
                </c:pt>
                <c:pt idx="75">
                  <c:v>192771813</c:v>
                </c:pt>
                <c:pt idx="76">
                  <c:v>196051130</c:v>
                </c:pt>
                <c:pt idx="77">
                  <c:v>199426007</c:v>
                </c:pt>
                <c:pt idx="78">
                  <c:v>202768743</c:v>
                </c:pt>
                <c:pt idx="79">
                  <c:v>206146489</c:v>
                </c:pt>
                <c:pt idx="80">
                  <c:v>209512282</c:v>
                </c:pt>
                <c:pt idx="81">
                  <c:v>212895018</c:v>
                </c:pt>
                <c:pt idx="82">
                  <c:v>216334034</c:v>
                </c:pt>
                <c:pt idx="83">
                  <c:v>219782953</c:v>
                </c:pt>
                <c:pt idx="84">
                  <c:v>221920674</c:v>
                </c:pt>
                <c:pt idx="85">
                  <c:v>214662778</c:v>
                </c:pt>
                <c:pt idx="86">
                  <c:v>207373330</c:v>
                </c:pt>
                <c:pt idx="87">
                  <c:v>205174845</c:v>
                </c:pt>
                <c:pt idx="88">
                  <c:v>207965513</c:v>
                </c:pt>
                <c:pt idx="89">
                  <c:v>210761260</c:v>
                </c:pt>
                <c:pt idx="90">
                  <c:v>213604099</c:v>
                </c:pt>
                <c:pt idx="91">
                  <c:v>216425750</c:v>
                </c:pt>
                <c:pt idx="92">
                  <c:v>219287811</c:v>
                </c:pt>
                <c:pt idx="93">
                  <c:v>222131202</c:v>
                </c:pt>
                <c:pt idx="94">
                  <c:v>224957149</c:v>
                </c:pt>
                <c:pt idx="95">
                  <c:v>227859648</c:v>
                </c:pt>
                <c:pt idx="96">
                  <c:v>230757882</c:v>
                </c:pt>
                <c:pt idx="97">
                  <c:v>233641745</c:v>
                </c:pt>
                <c:pt idx="98">
                  <c:v>236540708</c:v>
                </c:pt>
                <c:pt idx="99">
                  <c:v>239443187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E6-4943-92FF-C73B8EFBF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8303216"/>
        <c:axId val="1328131760"/>
      </c:lineChart>
      <c:catAx>
        <c:axId val="548303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8131760"/>
        <c:crosses val="autoZero"/>
        <c:auto val="1"/>
        <c:lblAlgn val="ctr"/>
        <c:lblOffset val="100"/>
        <c:noMultiLvlLbl val="0"/>
      </c:catAx>
      <c:valAx>
        <c:axId val="132813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8303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1_989B97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5A21B5-AB25-BA49-9FDC-087849BDE2EA}" authorId="{70AAF391-2232-0E10-836C-9D5A2FEE859A}" created="2025-09-18T14:10:30.68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60333649" sldId="257"/>
      <ac:spMk id="2" creationId="{8F9F2475-9268-C84A-1E6F-A7F9207EB23A}"/>
      <ac:txMk cp="27" len="6">
        <ac:context len="34" hash="2670811144"/>
      </ac:txMk>
    </ac:txMkLst>
    <p188:pos x="6955971" y="1028246"/>
    <p188:replyLst>
      <p188:reply id="{1B84C075-7F88-1B42-854A-F8F675DE8350}" authorId="{70AAF391-2232-0E10-836C-9D5A2FEE859A}" created="2025-09-18T14:11:44.442">
        <p188:txBody>
          <a:bodyPr/>
          <a:lstStyle/>
          <a:p>
            <a:r>
              <a:rPr lang="en-US"/>
              <a:t>x-axis is the timing, and y-axis is the value of N</a:t>
            </a:r>
          </a:p>
        </p188:txBody>
      </p188:reply>
    </p188:replyLst>
    <p188:txBody>
      <a:bodyPr/>
      <a:lstStyle/>
      <a:p>
        <a:r>
          <a:rPr lang="en-US"/>
          <a:t>graph may need to change if the value of optimal S changes</a:t>
        </a:r>
      </a:p>
    </p188:txBody>
  </p188:cm>
</p188:cmLst>
</file>

<file path=ppt/comments/modernComment_104_B08508D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36B50D-54B4-BA42-A45E-494385AA0AB4}" authorId="{70AAF391-2232-0E10-836C-9D5A2FEE859A}" created="2025-09-18T14:09:39.3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61508564" sldId="260"/>
      <ac:spMk id="2" creationId="{013FC724-3B45-82A2-3A71-20E763113C2B}"/>
      <ac:txMk cp="0" len="12">
        <ac:context len="13" hash="198882396"/>
      </ac:txMk>
    </ac:txMkLst>
    <p188:pos x="2579914" y="1013958"/>
    <p188:txBody>
      <a:bodyPr/>
      <a:lstStyle/>
      <a:p>
        <a:r>
          <a:rPr lang="en-US"/>
          <a:t>maybe can add more if there are?
for example, determining how to find optimal S./</a:t>
        </a:r>
      </a:p>
    </p188:txBody>
  </p188:cm>
</p188:cmLst>
</file>

<file path=ppt/comments/modernComment_105_C9B1B8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AB528C-C797-4E48-A7C3-17D02DB7A115}" authorId="{70AAF391-2232-0E10-836C-9D5A2FEE859A}" created="2025-09-10T12:48:33.25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83867486" sldId="261"/>
      <ac:graphicFrameMk id="4" creationId="{B9EFF0FB-6BF7-EAA4-9E28-87A5EDFBF42F}"/>
      <ac:tblMk/>
      <ac:tcMk rowId="4153931249" colId="941243907"/>
      <ac:txMk cp="0" len="10">
        <ac:context len="11" hash="1421057989"/>
      </ac:txMk>
    </ac:txMkLst>
    <p188:pos x="1652752" y="1964626"/>
    <p188:txBody>
      <a:bodyPr/>
      <a:lstStyle/>
      <a:p>
        <a:r>
          <a:rPr lang="en-US"/>
          <a:t>always divides and conquers regardless of input order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CC420-75F6-BB4C-9F52-E57434B7F62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6730A-5CEF-8649-BFF9-70FE058E6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4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No. Of Sub Arrays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37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briefly why the results are like that for all the algorithms, and all cases.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9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Y-axis is comparisons, x-axis is value of n. Shows overall growth trend. </a:t>
            </a:r>
          </a:p>
          <a:p>
            <a:endParaRPr lang="en-US"/>
          </a:p>
          <a:p>
            <a:r>
              <a:rPr lang="en-US"/>
              <a:t>The number of key comparisons increases roughly like O(n log n), which is what you’d expect for Merge Sort.</a:t>
            </a:r>
          </a:p>
          <a:p>
            <a:endParaRPr lang="en-US"/>
          </a:p>
          <a:p>
            <a:r>
              <a:rPr lang="en-US"/>
              <a:t>Since insertion sort is only used on small subarrays (size ≤ S), it does not dominate the asymptotic growth.</a:t>
            </a:r>
          </a:p>
          <a:p>
            <a:endParaRPr lang="en-US"/>
          </a:p>
          <a:p>
            <a:r>
              <a:rPr lang="en-US"/>
              <a:t>The slight dips and bumps (e.g., around 400k and 800k) happen because the </a:t>
            </a:r>
            <a:r>
              <a:rPr lang="en-US" b="1"/>
              <a:t>threshold split</a:t>
            </a:r>
            <a:r>
              <a:rPr lang="en-US"/>
              <a:t> sometimes reduces comparisons more efficiently than a pure merge.</a:t>
            </a:r>
          </a:p>
          <a:p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If you compared this to </a:t>
            </a:r>
            <a:r>
              <a:rPr lang="en-US" i="1"/>
              <a:t>pure Merge Sort</a:t>
            </a:r>
            <a:r>
              <a:rPr lang="en-US"/>
              <a:t>, the hybrid should have slightly fewer comparisons (because insertion sort saves on overhead for small subproblems).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If you compared it to </a:t>
            </a:r>
            <a:r>
              <a:rPr lang="en-US" i="1"/>
              <a:t>pure Insertion Sort</a:t>
            </a:r>
            <a:r>
              <a:rPr lang="en-US"/>
              <a:t>, the hybrid should massively outperform at large sizes.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graph you have indeed shows efficiency closer to Merge Sort but with some smoothing effects.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51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52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0CD8F-114F-9A24-1B98-C677D39A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14A4A-2E1D-3C05-160D-6738DC70F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D4554-523E-F7E0-94CB-2CB14476C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X-axis is S, y-axis is comparisons. Explain why there is the stairs. </a:t>
            </a:r>
          </a:p>
          <a:p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The line is </a:t>
            </a:r>
            <a:r>
              <a:rPr lang="en-US" i="1"/>
              <a:t>not smooth</a:t>
            </a:r>
            <a:r>
              <a:rPr lang="en-US"/>
              <a:t>, but has </a:t>
            </a:r>
            <a:r>
              <a:rPr lang="en-US" b="1"/>
              <a:t>plateaus and jumps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This happens because S determines </a:t>
            </a:r>
            <a:r>
              <a:rPr lang="en-US" i="1"/>
              <a:t>how deep</a:t>
            </a:r>
            <a:r>
              <a:rPr lang="en-US"/>
              <a:t> the recursion goes before switching to insertion sort.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For many consecutive S values, the recursion tree structure is identical, so the total comparisons don’t change → plateau.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At some critical S, suddenly one more level of recursion switches from merge to insertion → big jump/drop in comparisons.</a:t>
            </a:r>
          </a:p>
          <a:p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As S increases, you expect </a:t>
            </a:r>
            <a:r>
              <a:rPr lang="en-US" b="1"/>
              <a:t>fewer recursive merges</a:t>
            </a:r>
            <a:r>
              <a:rPr lang="en-US"/>
              <a:t> and </a:t>
            </a:r>
            <a:r>
              <a:rPr lang="en-US" b="1"/>
              <a:t>more insertion sorts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Since insertion sort is O(S²) on subproblems, setting S too high increases total comparisons → that’s why you see jumps upward at certain thresholds.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If S is too small, you basically get pure merge sort → high but stable comparisons.</a:t>
            </a:r>
          </a:p>
          <a:p>
            <a:endParaRPr lang="en-US"/>
          </a:p>
          <a:p>
            <a:r>
              <a:rPr lang="en-US" b="1"/>
              <a:t>Difference between N = 1M and N = 10M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The overall shape is the same (stairs), but the </a:t>
            </a:r>
            <a:r>
              <a:rPr lang="en-US" b="1"/>
              <a:t>magnitude of comparisons</a:t>
            </a:r>
            <a:r>
              <a:rPr lang="en-US"/>
              <a:t> is much larger for N = 10M.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spacing of the “stairs” is wider at 10M, since deeper recursion = more sensitive to S</a:t>
            </a:r>
          </a:p>
          <a:p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Conclusion: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/>
              <a:t>They show the </a:t>
            </a:r>
            <a:r>
              <a:rPr lang="en-US" b="1"/>
              <a:t>structural effect</a:t>
            </a:r>
            <a:r>
              <a:rPr lang="en-US"/>
              <a:t> of the S threshold in hybrid sort.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“step function” is expected, because only certain S values actually change how many times insertion sort is applied.</a:t>
            </a:r>
          </a:p>
          <a:p>
            <a:endParaRPr lang="en-US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238B8-340D-5C46-E587-AFBB0C1F6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75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X-axis is S, y-axis is comparisons. Add one more graph at n=1000. Explain why there is the stairs. </a:t>
            </a:r>
          </a:p>
          <a:p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The line is </a:t>
            </a:r>
            <a:r>
              <a:rPr lang="en-US" i="1"/>
              <a:t>not smooth</a:t>
            </a:r>
            <a:r>
              <a:rPr lang="en-US"/>
              <a:t>, but has </a:t>
            </a:r>
            <a:r>
              <a:rPr lang="en-US" b="1"/>
              <a:t>plateaus and jumps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This happens because S determines </a:t>
            </a:r>
            <a:r>
              <a:rPr lang="en-US" i="1"/>
              <a:t>how deep</a:t>
            </a:r>
            <a:r>
              <a:rPr lang="en-US"/>
              <a:t> the recursion goes before switching to insertion sort.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For many consecutive S values, the recursion tree structure is identical, so the total comparisons don’t change → plateau.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At some critical S, suddenly one more level of recursion switches from merge to insertion → big jump/drop in comparisons.</a:t>
            </a:r>
          </a:p>
          <a:p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As S increases, you expect </a:t>
            </a:r>
            <a:r>
              <a:rPr lang="en-US" b="1"/>
              <a:t>fewer recursive merges</a:t>
            </a:r>
            <a:r>
              <a:rPr lang="en-US"/>
              <a:t> and </a:t>
            </a:r>
            <a:r>
              <a:rPr lang="en-US" b="1"/>
              <a:t>more insertion sorts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Since insertion sort is O(S²) on subproblems, setting S too high increases total comparisons → that’s why you see jumps upward at certain thresholds.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If S is too small, you basically get pure merge sort → high but stable comparisons.</a:t>
            </a:r>
          </a:p>
          <a:p>
            <a:endParaRPr lang="en-US"/>
          </a:p>
          <a:p>
            <a:r>
              <a:rPr lang="en-US" b="1"/>
              <a:t>Difference between N = 1M and N = 10M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The overall shape is the same (stairs), but the </a:t>
            </a:r>
            <a:r>
              <a:rPr lang="en-US" b="1"/>
              <a:t>magnitude of comparisons</a:t>
            </a:r>
            <a:r>
              <a:rPr lang="en-US"/>
              <a:t> is much larger for N = 10M.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spacing of the “stairs” is wider at 10M, since deeper recursion = more sensitive to S</a:t>
            </a:r>
          </a:p>
          <a:p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Conclusion: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/>
              <a:t>They show the </a:t>
            </a:r>
            <a:r>
              <a:rPr lang="en-US" b="1"/>
              <a:t>structural effect</a:t>
            </a:r>
            <a:r>
              <a:rPr lang="en-US"/>
              <a:t> of the S threshold in hybrid sort.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“step function” is expected, because only certain S values actually change how many times insertion sort is applied.</a:t>
            </a:r>
          </a:p>
          <a:p>
            <a:endParaRPr lang="en-US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99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A4EB-C6C7-F9CC-D7CA-C203BE94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C7DAD-77DF-8B24-91BF-1916C81B8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860F5-81C5-B31F-0160-91E0BEA3B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2302B-E257-5F90-EAE7-173D69A6C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01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80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How do we determine: Trial and error to find the n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81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Fix value of S at 32. try to guess what its supposed to be like, then compare with the actual data from graph. Bring up some hypothesis.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07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E76C-B5AA-1474-0202-BC00AF825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B1786-BE4A-CCCA-F3F8-B19B97F38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9B675-CB2D-87A7-B542-DF94C0D7F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X-axis is value of n. y-axis is the comparisons.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8357D-8957-9C76-E9F2-EE2887F67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6730A-5CEF-8649-BFF9-70FE058E60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05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9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232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84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68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19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20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6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09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9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55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1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20C4650-17DA-AC38-A4E4-AF240BDF91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55145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0C4650-17DA-AC38-A4E4-AF240BDF91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9" r:id="rId6"/>
    <p:sldLayoutId id="2147483804" r:id="rId7"/>
    <p:sldLayoutId id="2147483805" r:id="rId8"/>
    <p:sldLayoutId id="2147483806" r:id="rId9"/>
    <p:sldLayoutId id="2147483808" r:id="rId10"/>
    <p:sldLayoutId id="21474838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C9B1B85E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chart" Target="../charts/chart1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chart" Target="../charts/chart2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chart" Target="../charts/chart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chart" Target="../charts/chart6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chart" Target="../charts/chart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6.bin"/><Relationship Id="rId4" Type="http://schemas.microsoft.com/office/2018/10/relationships/comments" Target="../comments/modernComment_101_989B97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hart" Target="../charts/chart9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B08508D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097CA-5BC8-CFD5-4DE7-256A77CE9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r>
              <a:rPr lang="en-US"/>
              <a:t>Lab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D0B1A-B4EF-7985-EB14-DCBFE0495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998733" cy="267982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000">
                <a:latin typeface="Open Sans"/>
                <a:ea typeface="Open Sans"/>
                <a:cs typeface="Open Sans"/>
              </a:rPr>
              <a:t>Team 5's</a:t>
            </a:r>
          </a:p>
          <a:p>
            <a:pPr>
              <a:lnSpc>
                <a:spcPct val="120000"/>
              </a:lnSpc>
            </a:pPr>
            <a:r>
              <a:rPr lang="en-US" sz="2000">
                <a:latin typeface="Open Sans"/>
                <a:ea typeface="Open Sans"/>
                <a:cs typeface="Open Sans"/>
              </a:rPr>
              <a:t>Group Members: </a:t>
            </a:r>
          </a:p>
          <a:p>
            <a:pPr>
              <a:lnSpc>
                <a:spcPct val="120000"/>
              </a:lnSpc>
            </a:pPr>
            <a:r>
              <a:rPr lang="en-US" sz="2000">
                <a:latin typeface="Open Sans"/>
                <a:ea typeface="Open Sans"/>
                <a:cs typeface="Open Sans"/>
              </a:rPr>
              <a:t>KUS AHMET BUGRA</a:t>
            </a:r>
          </a:p>
          <a:p>
            <a:pPr>
              <a:lnSpc>
                <a:spcPct val="120000"/>
              </a:lnSpc>
            </a:pPr>
            <a:r>
              <a:rPr lang="en-US" sz="2000">
                <a:latin typeface="Open Sans"/>
                <a:ea typeface="Open Sans"/>
                <a:cs typeface="Open Sans"/>
              </a:rPr>
              <a:t>LEE TENG YEE SHERILYN</a:t>
            </a:r>
          </a:p>
          <a:p>
            <a:pPr>
              <a:lnSpc>
                <a:spcPct val="120000"/>
              </a:lnSpc>
            </a:pPr>
            <a:r>
              <a:rPr lang="en-US" sz="2000">
                <a:latin typeface="Open Sans"/>
                <a:ea typeface="Open Sans"/>
                <a:cs typeface="Open Sans"/>
              </a:rPr>
              <a:t>LEE ZHENG JIE </a:t>
            </a:r>
            <a:br>
              <a:rPr lang="en-US">
                <a:latin typeface="Open Sans"/>
              </a:rPr>
            </a:br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129F3-A938-202B-0C8A-D1A28A1F06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81" r="14208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189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408C-393A-30C2-6972-8927B5F7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ABC5-7C14-7810-9FF6-2C22DE657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ea typeface="+mn-lt"/>
                <a:cs typeface="+mn-lt"/>
              </a:rPr>
              <a:t>Insertion, Merge &amp; Hybrid Merge Sort Approach (Part a)</a:t>
            </a:r>
          </a:p>
          <a:p>
            <a:r>
              <a:rPr lang="en-US" sz="3200">
                <a:ea typeface="+mn-lt"/>
                <a:cs typeface="+mn-lt"/>
              </a:rPr>
              <a:t>Experimental Results and Observations (Part b &amp; c)</a:t>
            </a:r>
          </a:p>
          <a:p>
            <a:r>
              <a:rPr lang="en-US" sz="3200">
                <a:ea typeface="+mn-lt"/>
                <a:cs typeface="+mn-lt"/>
              </a:rPr>
              <a:t>Optimal S Selection and Performance Analysis (Part c)</a:t>
            </a:r>
          </a:p>
          <a:p>
            <a:r>
              <a:rPr lang="en-US" sz="3200">
                <a:ea typeface="+mn-lt"/>
                <a:cs typeface="+mn-lt"/>
              </a:rPr>
              <a:t>Compare with Original Merge Sort (Part d)</a:t>
            </a:r>
          </a:p>
          <a:p>
            <a:r>
              <a:rPr lang="en-US" sz="3200">
                <a:ea typeface="+mn-lt"/>
                <a:cs typeface="+mn-lt"/>
              </a:rPr>
              <a:t>Conclusion and Key Takeaways </a:t>
            </a:r>
          </a:p>
        </p:txBody>
      </p:sp>
    </p:spTree>
    <p:extLst>
      <p:ext uri="{BB962C8B-B14F-4D97-AF65-F5344CB8AC3E}">
        <p14:creationId xmlns:p14="http://schemas.microsoft.com/office/powerpoint/2010/main" val="328560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847C-B0A1-B6C8-975B-4513BFE7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C7F817-247B-CF46-D886-28711DBBD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354" y="2099616"/>
            <a:ext cx="10515600" cy="236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83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8E2D-80D2-9695-10D5-7AC663E8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8FBB11-BDD8-D1D4-D4AA-4B8007B2A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0308"/>
            <a:ext cx="10515600" cy="4010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B5F1EF-DB77-5F66-A166-F050AB70C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7252" y="6051062"/>
            <a:ext cx="1771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8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2E05-2B14-E957-83E6-643BAB9A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6E746B-9D05-C4FB-8764-4D9CD1238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1097" y="1919615"/>
            <a:ext cx="8116342" cy="4251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3F474F-3952-91E3-9BDE-E079B8A5C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560" y="6178062"/>
            <a:ext cx="1771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3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FF57-E7F2-CE56-A9A8-311FF9D7E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Hybrid sort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5E883A-CBB2-A931-39C3-287DE6B8D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3810" y="1900076"/>
            <a:ext cx="8908604" cy="459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38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07F1-8398-A84D-3DDE-EE01F1902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918B-B466-F5B9-B0A3-18E4C482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Hybrid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0F91-D2BF-EB2D-204B-637D2EF69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latin typeface="The Hand Bold"/>
                <a:cs typeface="Arial"/>
              </a:rPr>
              <a:t>Combines Merge Sort and Insertion Sort </a:t>
            </a:r>
            <a:endParaRPr lang="en-US" sz="3200">
              <a:latin typeface="The Hand Bold"/>
            </a:endParaRPr>
          </a:p>
          <a:p>
            <a:r>
              <a:rPr lang="en-US" sz="3200">
                <a:latin typeface="The Hand Bold"/>
                <a:cs typeface="Arial"/>
              </a:rPr>
              <a:t>Uses Insertion Sort for small subarrays (size ≤ S)</a:t>
            </a:r>
            <a:endParaRPr lang="en-US" sz="3200"/>
          </a:p>
          <a:p>
            <a:r>
              <a:rPr lang="en-US" sz="3200">
                <a:latin typeface="The Hand Bold"/>
                <a:cs typeface="Arial"/>
              </a:rPr>
              <a:t>Reduces recursion overhead and improves cache performance</a:t>
            </a:r>
            <a:endParaRPr lang="en-US" sz="3200"/>
          </a:p>
          <a:p>
            <a:r>
              <a:rPr lang="en-US" sz="3200">
                <a:latin typeface="The Hand Bold"/>
                <a:cs typeface="Arial"/>
              </a:rPr>
              <a:t>Overall faster in practice while keeping O(n log n) complexity</a:t>
            </a:r>
            <a:endParaRPr lang="en-US" sz="3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37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85EF-B819-3112-2A1D-2558602E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Generating input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1A790D-E33B-18C4-34AD-2ECD0BA36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1619" y="2120446"/>
            <a:ext cx="7734300" cy="2619375"/>
          </a:xfrm>
          <a:prstGeom prst="rect">
            <a:avLst/>
          </a:prstGeom>
        </p:spPr>
      </p:pic>
      <p:pic>
        <p:nvPicPr>
          <p:cNvPr id="3" name="Picture 2" descr="A computer code with red and blue text&#10;&#10;AI-generated content may be incorrect.">
            <a:extLst>
              <a:ext uri="{FF2B5EF4-FFF2-40B4-BE49-F238E27FC236}">
                <a16:creationId xmlns:a16="http://schemas.microsoft.com/office/drawing/2014/main" id="{F87E10A5-B303-99B6-9385-759BA261C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58" y="4651371"/>
            <a:ext cx="773366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6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D1A5-4ADA-3E20-DC76-32FAF4E0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EFF0FB-6BF7-EAA4-9E28-87A5EDFBF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016149"/>
              </p:ext>
            </p:extLst>
          </p:nvPr>
        </p:nvGraphicFramePr>
        <p:xfrm>
          <a:off x="838200" y="2039815"/>
          <a:ext cx="10515600" cy="4099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412439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669959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356197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98106011"/>
                    </a:ext>
                  </a:extLst>
                </a:gridCol>
              </a:tblGrid>
              <a:tr h="813564">
                <a:tc>
                  <a:txBody>
                    <a:bodyPr/>
                    <a:lstStyle/>
                    <a:p>
                      <a:r>
                        <a:rPr lang="en-US" sz="2300">
                          <a:latin typeface="Chalkboard SE"/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Chalkboard SE"/>
                        </a:rPr>
                        <a:t>Best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Chalkboard SE"/>
                        </a:rPr>
                        <a:t>Worst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Chalkboard SE"/>
                        </a:rPr>
                        <a:t>Average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861408"/>
                  </a:ext>
                </a:extLst>
              </a:tr>
              <a:tr h="1261421">
                <a:tc>
                  <a:txBody>
                    <a:bodyPr/>
                    <a:lstStyle/>
                    <a:p>
                      <a:r>
                        <a:rPr lang="en-US" sz="2000">
                          <a:latin typeface="Chalkboard SE"/>
                        </a:rPr>
                        <a:t>Merge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halkboard SE"/>
                        </a:rP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latin typeface="Chalkboard SE"/>
                        </a:rPr>
                        <a:t>O(n log n)</a:t>
                      </a:r>
                    </a:p>
                    <a:p>
                      <a:endParaRPr lang="en-US" sz="2000">
                        <a:latin typeface="Chalkboard SE" panose="03050602040202020205" pitchFamily="66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latin typeface="Chalkboard SE"/>
                        </a:rPr>
                        <a:t>O(n log n)</a:t>
                      </a:r>
                    </a:p>
                    <a:p>
                      <a:endParaRPr lang="en-US" sz="2000">
                        <a:latin typeface="Chalkboard SE" panose="03050602040202020205" pitchFamily="66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931249"/>
                  </a:ext>
                </a:extLst>
              </a:tr>
              <a:tr h="1012489">
                <a:tc>
                  <a:txBody>
                    <a:bodyPr/>
                    <a:lstStyle/>
                    <a:p>
                      <a:r>
                        <a:rPr lang="en-US" sz="2000">
                          <a:latin typeface="Chalkboard SE"/>
                        </a:rPr>
                        <a:t>Insertion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halkboard SE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i="0">
                          <a:latin typeface="Chalkboard SE"/>
                        </a:rPr>
                        <a:t>O(n^2</a:t>
                      </a:r>
                      <a:r>
                        <a:rPr lang="en-US" sz="2000">
                          <a:latin typeface="Chalkboard SE"/>
                        </a:rPr>
                        <a:t>)</a:t>
                      </a:r>
                      <a:endParaRPr lang="en-US" sz="2000">
                        <a:latin typeface="Chalkboard SE" panose="03050602040202020205" pitchFamily="66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>
                          <a:latin typeface="Chalkboard SE"/>
                        </a:rPr>
                        <a:t>O(n^2</a:t>
                      </a:r>
                      <a:r>
                        <a:rPr lang="en-US" sz="2000">
                          <a:latin typeface="Chalkboard SE"/>
                        </a:rPr>
                        <a:t>)</a:t>
                      </a:r>
                    </a:p>
                    <a:p>
                      <a:endParaRPr lang="en-US" sz="2000">
                        <a:latin typeface="Chalkboard SE" panose="03050602040202020205" pitchFamily="66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01632"/>
                  </a:ext>
                </a:extLst>
              </a:tr>
              <a:tr h="1012489">
                <a:tc>
                  <a:txBody>
                    <a:bodyPr/>
                    <a:lstStyle/>
                    <a:p>
                      <a:r>
                        <a:rPr lang="en-US" sz="2000">
                          <a:latin typeface="Chalkboard SE"/>
                        </a:rP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halkboard SE"/>
                        </a:rP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halkboard SE"/>
                        </a:rPr>
                        <a:t>O(n^2)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halkboard SE"/>
                        </a:rPr>
                        <a:t>O(n log n)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980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8674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B122213-9040-F12C-06AD-B8330BA607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39145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122213-9040-F12C-06AD-B8330BA607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2206627-A8EB-6FF8-22A9-1A0BCD629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>
                <a:ea typeface="+mj-lt"/>
                <a:cs typeface="+mj-lt"/>
              </a:rPr>
              <a:t>Key Comparisons vs. Input Size (Fixed S = 32)</a:t>
            </a:r>
            <a:endParaRPr lang="en-US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A9299D44-60B0-B71D-5874-85348613F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761396"/>
              </p:ext>
            </p:extLst>
          </p:nvPr>
        </p:nvGraphicFramePr>
        <p:xfrm>
          <a:off x="838200" y="1928813"/>
          <a:ext cx="10515600" cy="4564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83413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B74F5-8FC8-938A-3362-21B66C58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B2098DE-1081-D9E7-1F8C-6CC914FFDC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94657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2098DE-1081-D9E7-1F8C-6CC914FFD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2B7D54D-14CB-290C-9EB5-CEBDF713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>
                <a:ea typeface="+mj-lt"/>
                <a:cs typeface="+mj-lt"/>
              </a:rPr>
              <a:t>Theoretical logic (fixed s = 32)</a:t>
            </a:r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285AF61-E4F5-13E6-5046-4FBBD831C6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8813"/>
          <a:ext cx="10515600" cy="4252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15138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C87E6-2097-7395-6FD5-5A2DDDC3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A312-5DA9-3AB3-790B-F3E22325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Comparisons vs. S (fixed n)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1A939EC-EAC3-2919-DFA8-F01E4AF61E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488336"/>
              </p:ext>
            </p:extLst>
          </p:nvPr>
        </p:nvGraphicFramePr>
        <p:xfrm>
          <a:off x="838200" y="1928813"/>
          <a:ext cx="10515600" cy="4252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61350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4144-659D-7923-42DE-E57C1BE8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Comparisons vs. S (fixed n)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22C5274-D1D6-2062-3AAF-5153820C31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8779548"/>
              </p:ext>
            </p:extLst>
          </p:nvPr>
        </p:nvGraphicFramePr>
        <p:xfrm>
          <a:off x="838200" y="1928812"/>
          <a:ext cx="5257800" cy="4564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A7E6401C-323F-AC3D-CD90-1B07F04585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4894661"/>
              </p:ext>
            </p:extLst>
          </p:nvPr>
        </p:nvGraphicFramePr>
        <p:xfrm>
          <a:off x="6370320" y="1928812"/>
          <a:ext cx="5257800" cy="4564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7500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BB878-EFC4-F4F4-ED92-40A0A460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53E120-9B70-BB6D-2426-6BC8CA359E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38596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53E120-9B70-BB6D-2426-6BC8CA359E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D3058F2-DA79-83CD-C93C-E84E473D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Key Comparisons vs. S (fixed n)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5E5A13B-AEE7-0BE3-BE8D-E3F0F8B9A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2142026"/>
              </p:ext>
            </p:extLst>
          </p:nvPr>
        </p:nvGraphicFramePr>
        <p:xfrm>
          <a:off x="6755920" y="1997825"/>
          <a:ext cx="4774324" cy="4188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43867F0-7E79-4BD1-F7CC-2FAD520E60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2297916"/>
              </p:ext>
            </p:extLst>
          </p:nvPr>
        </p:nvGraphicFramePr>
        <p:xfrm>
          <a:off x="938924" y="1997825"/>
          <a:ext cx="5157076" cy="3978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771793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FEC7A-3A15-6A78-5ABB-641665CA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9E11A-7BFD-0FB0-627E-99332C766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Comparisons vs. S (fixed 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15BDC-5DA4-27D5-D4B7-9FF08B626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Mergesort</a:t>
            </a:r>
            <a:r>
              <a:rPr lang="en-US" b="1">
                <a:ea typeface="+mn-lt"/>
                <a:cs typeface="+mn-lt"/>
              </a:rPr>
              <a:t> time completion:</a:t>
            </a:r>
            <a:r>
              <a:rPr lang="en-US">
                <a:ea typeface="+mn-lt"/>
                <a:cs typeface="+mn-lt"/>
              </a:rPr>
              <a:t> ≈ O(</a:t>
            </a:r>
            <a:r>
              <a:rPr lang="en-US" err="1">
                <a:ea typeface="+mn-lt"/>
                <a:cs typeface="+mn-lt"/>
              </a:rPr>
              <a:t>nlog</a:t>
            </a:r>
            <a:r>
              <a:rPr lang="en-US">
                <a:ea typeface="+mn-lt"/>
                <a:cs typeface="+mn-lt"/>
              </a:rPr>
              <a:t>(n/S)), fewer merges as S grows.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Insertion time completion:</a:t>
            </a:r>
            <a:r>
              <a:rPr lang="en-US">
                <a:ea typeface="+mn-lt"/>
                <a:cs typeface="+mn-lt"/>
              </a:rPr>
              <a:t> ≈ O(</a:t>
            </a:r>
            <a:r>
              <a:rPr lang="en-US" err="1">
                <a:ea typeface="+mn-lt"/>
                <a:cs typeface="+mn-lt"/>
              </a:rPr>
              <a:t>nS</a:t>
            </a:r>
            <a:r>
              <a:rPr lang="en-US">
                <a:ea typeface="+mn-lt"/>
                <a:cs typeface="+mn-lt"/>
              </a:rPr>
              <a:t>), dominates for large 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Overall:</a:t>
            </a:r>
            <a:r>
              <a:rPr lang="en-US">
                <a:ea typeface="+mn-lt"/>
                <a:cs typeface="+mn-lt"/>
              </a:rPr>
              <a:t> Comparisons drop then rise → optimal S minimizes total cost.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79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1F7A-FA3E-E0BB-408C-362E97531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58DE448-8EC7-AADC-2B8B-085E296AE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5348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8DE448-8EC7-AADC-2B8B-085E296AE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3255433-42D5-2DC2-7FC4-594E0736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Optimal 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F045D-ECC9-007F-8AF9-FFD8E91E3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Tx/>
              <a:buChar char="-"/>
            </a:pPr>
            <a:r>
              <a:rPr lang="en-US"/>
              <a:t>How did we determine? </a:t>
            </a:r>
          </a:p>
          <a:p>
            <a:pPr>
              <a:buFontTx/>
              <a:buChar char="-"/>
            </a:pPr>
            <a:r>
              <a:rPr lang="en-US"/>
              <a:t>Did multiple trial runs and compared the time. We select the S that has the fastest and consistent time to run the code</a:t>
            </a:r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B6971E-DF75-96C4-D267-A7D44392F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958520"/>
              </p:ext>
            </p:extLst>
          </p:nvPr>
        </p:nvGraphicFramePr>
        <p:xfrm>
          <a:off x="843280" y="3647440"/>
          <a:ext cx="7619998" cy="296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999">
                  <a:extLst>
                    <a:ext uri="{9D8B030D-6E8A-4147-A177-3AD203B41FA5}">
                      <a16:colId xmlns:a16="http://schemas.microsoft.com/office/drawing/2014/main" val="394337884"/>
                    </a:ext>
                  </a:extLst>
                </a:gridCol>
                <a:gridCol w="3809999">
                  <a:extLst>
                    <a:ext uri="{9D8B030D-6E8A-4147-A177-3AD203B41FA5}">
                      <a16:colId xmlns:a16="http://schemas.microsoft.com/office/drawing/2014/main" val="2533260948"/>
                    </a:ext>
                  </a:extLst>
                </a:gridCol>
              </a:tblGrid>
              <a:tr h="7413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Optimal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91246"/>
                  </a:ext>
                </a:extLst>
              </a:tr>
              <a:tr h="7413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8208790"/>
                  </a:ext>
                </a:extLst>
              </a:tr>
              <a:tr h="7413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730989"/>
                  </a:ext>
                </a:extLst>
              </a:tr>
              <a:tr h="7413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50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125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B0D2F5C8-DE05-D0EE-61EA-E4A160B20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151852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D2F5C8-DE05-D0EE-61EA-E4A160B20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9F2475-9268-C84A-1E6F-A7F9207E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Timing over Fixed value of S = 32</a:t>
            </a:r>
          </a:p>
        </p:txBody>
      </p:sp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AFF3BC3D-AE67-6277-AFB9-6A5917E98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506600"/>
              </p:ext>
            </p:extLst>
          </p:nvPr>
        </p:nvGraphicFramePr>
        <p:xfrm>
          <a:off x="838200" y="1928813"/>
          <a:ext cx="10515600" cy="4252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5603336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048B0-8F80-424C-F78E-7ED0AB65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1030ED-7580-31D4-E9B8-B46FEF59A7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039610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1030ED-7580-31D4-E9B8-B46FEF59A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1ED1956-80CC-B4A9-40A7-215D681B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Comparing key comparisons, S=32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71B8578-AFC5-ADAA-FDD3-BAF45F13E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275155"/>
              </p:ext>
            </p:extLst>
          </p:nvPr>
        </p:nvGraphicFramePr>
        <p:xfrm>
          <a:off x="838200" y="1928813"/>
          <a:ext cx="10515600" cy="4252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203295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7FB4-7D8C-A18C-77AD-DCFFF6D9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Comparing of performances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8A62-6446-E05C-EDD7-79912E515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CPU time</a:t>
            </a:r>
            <a:r>
              <a:rPr lang="en-US">
                <a:ea typeface="+mn-lt"/>
                <a:cs typeface="+mn-lt"/>
              </a:rPr>
              <a:t> was lower for the hybrid algorithm, resulting in faster execution.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Mergesort</a:t>
            </a:r>
            <a:r>
              <a:rPr lang="en-US">
                <a:ea typeface="+mn-lt"/>
                <a:cs typeface="+mn-lt"/>
              </a:rPr>
              <a:t> has fewer key comparisons</a:t>
            </a:r>
          </a:p>
          <a:p>
            <a:r>
              <a:rPr lang="en-US" b="1">
                <a:ea typeface="+mn-lt"/>
                <a:cs typeface="+mn-lt"/>
              </a:rPr>
              <a:t>Performance gap</a:t>
            </a:r>
            <a:r>
              <a:rPr lang="en-US">
                <a:ea typeface="+mn-lt"/>
                <a:cs typeface="+mn-lt"/>
              </a:rPr>
              <a:t> became more significant as input size increased.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Time complexities are close</a:t>
            </a:r>
            <a:r>
              <a:rPr lang="en-US">
                <a:ea typeface="+mn-lt"/>
                <a:cs typeface="+mn-lt"/>
              </a:rPr>
              <a:t>, but insertion sort slightly outperforms merge sort for small input sizes.</a:t>
            </a:r>
          </a:p>
          <a:p>
            <a:r>
              <a:rPr lang="en-US"/>
              <a:t>This shows our hybrid is much more efficient than the merge sort, especially for larger N inputs</a:t>
            </a:r>
          </a:p>
        </p:txBody>
      </p:sp>
    </p:spTree>
    <p:extLst>
      <p:ext uri="{BB962C8B-B14F-4D97-AF65-F5344CB8AC3E}">
        <p14:creationId xmlns:p14="http://schemas.microsoft.com/office/powerpoint/2010/main" val="2823449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9D894D7-7F3C-0102-0177-C3B6551E4A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475889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D894D7-7F3C-0102-0177-C3B6551E4A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13FC724-3B45-82A2-3A71-20E76311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9413"/>
            <a:ext cx="10515600" cy="1325563"/>
          </a:xfrm>
        </p:spPr>
        <p:txBody>
          <a:bodyPr vert="horz"/>
          <a:lstStyle/>
          <a:p>
            <a:r>
              <a:rPr lang="en-US"/>
              <a:t>Issues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60673-7303-F8CF-6744-27B4541C6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initial code implementation had faced the issue of the hybrid algorithm taking a longer time than the merge algorithm. This is identified to be caused by the stack structure, where at large sizes, it uses RAM a lot. </a:t>
            </a:r>
          </a:p>
          <a:p>
            <a:r>
              <a:rPr lang="en-US"/>
              <a:t>The internet doesn’t explain how we would determine the optimal S</a:t>
            </a:r>
          </a:p>
          <a:p>
            <a:r>
              <a:rPr lang="en-US"/>
              <a:t>We had troubles trying to show the process of determine the optimal S</a:t>
            </a:r>
          </a:p>
          <a:p>
            <a:r>
              <a:rPr lang="en-US"/>
              <a:t>Optimal S constantly changes after repeated runs</a:t>
            </a:r>
          </a:p>
          <a:p>
            <a:r>
              <a:rPr lang="en-US"/>
              <a:t>We had troubles trying to show how long it took to run the sort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085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9F16-0736-E0EA-1762-622703C5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02664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55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4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21</Slides>
  <Notes>11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SketchyVTI</vt:lpstr>
      <vt:lpstr>Lab 1</vt:lpstr>
      <vt:lpstr>Outline</vt:lpstr>
      <vt:lpstr>Insertion sort</vt:lpstr>
      <vt:lpstr>Merge sort</vt:lpstr>
      <vt:lpstr>Merge sort</vt:lpstr>
      <vt:lpstr>Hybrid sort</vt:lpstr>
      <vt:lpstr>Hybrid sort</vt:lpstr>
      <vt:lpstr>Generating input data</vt:lpstr>
      <vt:lpstr>Time complexity</vt:lpstr>
      <vt:lpstr>Key Comparisons vs. Input Size (Fixed S = 32)</vt:lpstr>
      <vt:lpstr>Theoretical logic (fixed s = 32)</vt:lpstr>
      <vt:lpstr>Key Comparisons vs. S (fixed n)</vt:lpstr>
      <vt:lpstr>Key Comparisons vs. S (fixed n)</vt:lpstr>
      <vt:lpstr>Key Comparisons vs. S (fixed n)</vt:lpstr>
      <vt:lpstr>Time Comparisons vs. S (fixed n)</vt:lpstr>
      <vt:lpstr>Optimal S</vt:lpstr>
      <vt:lpstr>Timing over Fixed value of S = 32</vt:lpstr>
      <vt:lpstr>Comparing key comparisons, S=32</vt:lpstr>
      <vt:lpstr>Comparing of performances</vt:lpstr>
      <vt:lpstr>Issues faced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#LEE TENG YEE SHERILYN#</dc:creator>
  <cp:revision>4</cp:revision>
  <dcterms:created xsi:type="dcterms:W3CDTF">2025-09-05T04:36:45Z</dcterms:created>
  <dcterms:modified xsi:type="dcterms:W3CDTF">2025-12-19T18:31:30Z</dcterms:modified>
</cp:coreProperties>
</file>